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3.xml" ContentType="application/vnd.openxmlformats-officedocument.theme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theme/theme4.xml" ContentType="application/vnd.openxmlformats-officedocument.theme+xml"/>
  <Override PartName="/ppt/theme/theme5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80" r:id="rId1"/>
    <p:sldMasterId id="2147483681" r:id="rId2"/>
    <p:sldMasterId id="2147483682" r:id="rId3"/>
    <p:sldMasterId id="2147483683" r:id="rId4"/>
  </p:sldMasterIdLst>
  <p:notesMasterIdLst>
    <p:notesMasterId r:id="rId42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  <p:sldId id="279" r:id="rId28"/>
    <p:sldId id="280" r:id="rId29"/>
    <p:sldId id="281" r:id="rId30"/>
    <p:sldId id="282" r:id="rId31"/>
    <p:sldId id="283" r:id="rId32"/>
    <p:sldId id="284" r:id="rId33"/>
    <p:sldId id="285" r:id="rId34"/>
    <p:sldId id="286" r:id="rId35"/>
    <p:sldId id="287" r:id="rId36"/>
    <p:sldId id="288" r:id="rId37"/>
    <p:sldId id="289" r:id="rId38"/>
    <p:sldId id="290" r:id="rId39"/>
    <p:sldId id="291" r:id="rId40"/>
    <p:sldId id="292" r:id="rId41"/>
  </p:sldIdLst>
  <p:sldSz cx="9144000" cy="5143500" type="screen16x9"/>
  <p:notesSz cx="6858000" cy="9144000"/>
  <p:embeddedFontLst>
    <p:embeddedFont>
      <p:font typeface="Garamond" panose="02020404030301010803" pitchFamily="18" charset="0"/>
      <p:regular r:id="rId43"/>
      <p:bold r:id="rId44"/>
      <p:italic r:id="rId45"/>
      <p:boldItalic r:id="rId46"/>
    </p:embeddedFont>
    <p:embeddedFont>
      <p:font typeface="Helvetica Neue" panose="020B0604020202020204" charset="0"/>
      <p:regular r:id="rId47"/>
      <p:bold r:id="rId48"/>
      <p:italic r:id="rId49"/>
      <p:boldItalic r:id="rId50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pos="5613">
          <p15:clr>
            <a:srgbClr val="9AA0A6"/>
          </p15:clr>
        </p15:guide>
        <p15:guide id="2" pos="227">
          <p15:clr>
            <a:srgbClr val="9AA0A6"/>
          </p15:clr>
        </p15:guide>
        <p15:guide id="3" orient="horz" pos="415">
          <p15:clr>
            <a:srgbClr val="9AA0A6"/>
          </p15:clr>
        </p15:guide>
        <p15:guide id="4" orient="horz" pos="737">
          <p15:clr>
            <a:srgbClr val="9AA0A6"/>
          </p15:clr>
        </p15:guide>
        <p15:guide id="5" pos="737">
          <p15:clr>
            <a:srgbClr val="9AA0A6"/>
          </p15:clr>
        </p15:guide>
        <p15:guide id="6" orient="horz" pos="1219">
          <p15:clr>
            <a:srgbClr val="9AA0A6"/>
          </p15:clr>
        </p15:guide>
        <p15:guide id="7" orient="horz" pos="1032">
          <p15:clr>
            <a:srgbClr val="9AA0A6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74"/>
  </p:normalViewPr>
  <p:slideViewPr>
    <p:cSldViewPr snapToGrid="0">
      <p:cViewPr varScale="1">
        <p:scale>
          <a:sx n="74" d="100"/>
          <a:sy n="74" d="100"/>
        </p:scale>
        <p:origin x="988" y="52"/>
      </p:cViewPr>
      <p:guideLst>
        <p:guide pos="5613"/>
        <p:guide pos="227"/>
        <p:guide orient="horz" pos="415"/>
        <p:guide orient="horz" pos="737"/>
        <p:guide pos="737"/>
        <p:guide orient="horz" pos="1219"/>
        <p:guide orient="horz" pos="1032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slide" Target="slides/slide35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notesMaster" Target="notesMasters/notesMaster1.xml"/><Relationship Id="rId47" Type="http://schemas.openxmlformats.org/officeDocument/2006/relationships/font" Target="fonts/font5.fntdata"/><Relationship Id="rId50" Type="http://schemas.openxmlformats.org/officeDocument/2006/relationships/font" Target="fonts/font8.fntdata"/><Relationship Id="rId7" Type="http://schemas.openxmlformats.org/officeDocument/2006/relationships/slide" Target="slides/slide3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font" Target="fonts/font3.fntdata"/><Relationship Id="rId53" Type="http://schemas.openxmlformats.org/officeDocument/2006/relationships/theme" Target="theme/theme1.xml"/><Relationship Id="rId5" Type="http://schemas.openxmlformats.org/officeDocument/2006/relationships/slide" Target="slides/slide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4" Type="http://schemas.openxmlformats.org/officeDocument/2006/relationships/font" Target="fonts/font2.fntdata"/><Relationship Id="rId52" Type="http://schemas.openxmlformats.org/officeDocument/2006/relationships/viewProps" Target="viewProps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font" Target="fonts/font1.fntdata"/><Relationship Id="rId48" Type="http://schemas.openxmlformats.org/officeDocument/2006/relationships/font" Target="fonts/font6.fntdata"/><Relationship Id="rId8" Type="http://schemas.openxmlformats.org/officeDocument/2006/relationships/slide" Target="slides/slide4.xml"/><Relationship Id="rId51" Type="http://schemas.openxmlformats.org/officeDocument/2006/relationships/presProps" Target="presProps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font" Target="fonts/font4.fntdata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54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2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font" Target="fonts/font7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57" name="Google Shape;157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8" name="Google Shape;168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91" name="Google Shape;191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97" name="Google Shape;197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98" name="Google Shape;198;p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GB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03" name="Google Shape;203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10" name="Google Shape;210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17" name="Google Shape;217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24" name="Google Shape;224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31" name="Google Shape;231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38" name="Google Shape;238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44" name="Google Shape;244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55" name="Google Shape;255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62" name="Google Shape;262;p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69" name="Google Shape;269;p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76" name="Google Shape;276;p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84" name="Google Shape;284;p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93" name="Google Shape;293;p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01" name="Google Shape;301;p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p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12" name="Google Shape;312;p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21" name="Google Shape;321;p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p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35" name="Google Shape;335;p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p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42" name="Google Shape;342;p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p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49" name="Google Shape;349;p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p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56" name="Google Shape;356;p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Google Shape;361;gd1c1bfb5dc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62" name="Google Shape;362;gd1c1bfb5dc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Google Shape;367;gd1c1bfb5dc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68" name="Google Shape;368;gd1c1bfb5dc_0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Google Shape;380;p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81" name="Google Shape;381;p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382" name="Google Shape;382;p2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GB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27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" name="Google Shape;386;p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87" name="Google Shape;387;p2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Google Shape;393;p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94" name="Google Shape;394;p2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" name="Google Shape;399;p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00" name="Google Shape;400;p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401" name="Google Shape;401;p2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GB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30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" name="Google Shape;405;p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06" name="Google Shape;406;p2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" name="Google Shape;412;p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13" name="Google Shape;413;p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3" name="Google Shape;423;p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24" name="Google Shape;424;p3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" name="Google Shape;430;p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31" name="Google Shape;431;p3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" name="Google Shape;440;p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41" name="Google Shape;441;p3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1" name="Google Shape;451;p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52" name="Google Shape;452;p3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4" name="Google Shape;464;p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65" name="Google Shape;465;p3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 b="1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5" name="Google Shape;15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3400"/>
              <a:buNone/>
              <a:defRPr sz="3400">
                <a:solidFill>
                  <a:srgbClr val="666666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6" name="Google Shape;16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6;p2">
            <a:extLst>
              <a:ext uri="{FF2B5EF4-FFF2-40B4-BE49-F238E27FC236}">
                <a16:creationId xmlns:a16="http://schemas.microsoft.com/office/drawing/2014/main" id="{B65B2EA5-ADDC-AADA-C318-A2B6A1414CB3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Design">
  <p:cSld name="2_Design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6;p2">
            <a:extLst>
              <a:ext uri="{FF2B5EF4-FFF2-40B4-BE49-F238E27FC236}">
                <a16:creationId xmlns:a16="http://schemas.microsoft.com/office/drawing/2014/main" id="{505E0823-A793-6C48-B94A-B7D898DE1BE6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Divider" type="secHead">
  <p:cSld name="SECTION_HEADER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 b="1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- Content" type="tx">
  <p:cSld name="TITLE_AND_BODY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6"/>
          <p:cNvSpPr txBox="1">
            <a:spLocks noGrp="1"/>
          </p:cNvSpPr>
          <p:nvPr>
            <p:ph type="title"/>
          </p:nvPr>
        </p:nvSpPr>
        <p:spPr>
          <a:xfrm>
            <a:off x="85525" y="87925"/>
            <a:ext cx="67392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 b="1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26" name="Google Shape;26;p6"/>
          <p:cNvSpPr txBox="1">
            <a:spLocks noGrp="1"/>
          </p:cNvSpPr>
          <p:nvPr>
            <p:ph type="subTitle" idx="1"/>
          </p:nvPr>
        </p:nvSpPr>
        <p:spPr>
          <a:xfrm>
            <a:off x="85525" y="617825"/>
            <a:ext cx="53412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200">
                <a:solidFill>
                  <a:srgbClr val="000000"/>
                </a:solidFill>
              </a:defRPr>
            </a:lvl1pPr>
            <a:lvl2pPr lvl="1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body" idx="2"/>
          </p:nvPr>
        </p:nvSpPr>
        <p:spPr>
          <a:xfrm>
            <a:off x="373975" y="1181625"/>
            <a:ext cx="7332900" cy="294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- Content - 2 columns">
  <p:cSld name="TITLE_AND_BODY_1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85525" y="87925"/>
            <a:ext cx="67392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 b="1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ubTitle" idx="1"/>
          </p:nvPr>
        </p:nvSpPr>
        <p:spPr>
          <a:xfrm>
            <a:off x="85525" y="617825"/>
            <a:ext cx="53412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200">
                <a:solidFill>
                  <a:srgbClr val="000000"/>
                </a:solidFill>
              </a:defRPr>
            </a:lvl1pPr>
            <a:lvl2pPr lvl="1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7"/>
          <p:cNvSpPr txBox="1">
            <a:spLocks noGrp="1"/>
          </p:cNvSpPr>
          <p:nvPr>
            <p:ph type="body" idx="2"/>
          </p:nvPr>
        </p:nvSpPr>
        <p:spPr>
          <a:xfrm>
            <a:off x="373975" y="1181625"/>
            <a:ext cx="3979800" cy="294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33" name="Google Shape;33;p7"/>
          <p:cNvSpPr txBox="1">
            <a:spLocks noGrp="1"/>
          </p:cNvSpPr>
          <p:nvPr>
            <p:ph type="body" idx="3"/>
          </p:nvPr>
        </p:nvSpPr>
        <p:spPr>
          <a:xfrm>
            <a:off x="4422425" y="1181625"/>
            <a:ext cx="4050000" cy="294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- Content - with photo">
  <p:cSld name="TITLE_AND_BODY_1_1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8"/>
          <p:cNvSpPr txBox="1">
            <a:spLocks noGrp="1"/>
          </p:cNvSpPr>
          <p:nvPr>
            <p:ph type="title"/>
          </p:nvPr>
        </p:nvSpPr>
        <p:spPr>
          <a:xfrm>
            <a:off x="85525" y="87925"/>
            <a:ext cx="67392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 b="1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37" name="Google Shape;37;p8"/>
          <p:cNvSpPr txBox="1">
            <a:spLocks noGrp="1"/>
          </p:cNvSpPr>
          <p:nvPr>
            <p:ph type="subTitle" idx="1"/>
          </p:nvPr>
        </p:nvSpPr>
        <p:spPr>
          <a:xfrm>
            <a:off x="85525" y="617825"/>
            <a:ext cx="53412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200">
                <a:solidFill>
                  <a:srgbClr val="000000"/>
                </a:solidFill>
              </a:defRPr>
            </a:lvl1pPr>
            <a:lvl2pPr lvl="1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8"/>
          <p:cNvSpPr txBox="1">
            <a:spLocks noGrp="1"/>
          </p:cNvSpPr>
          <p:nvPr>
            <p:ph type="body" idx="2"/>
          </p:nvPr>
        </p:nvSpPr>
        <p:spPr>
          <a:xfrm>
            <a:off x="4422425" y="1181625"/>
            <a:ext cx="4050000" cy="294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_AND_BODY_2">
  <p:cSld name="TITLE_AND_BODY_2"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9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9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2" name="Google Shape;42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_AND_BODY_3">
  <p:cSld name="TITLE_AND_BODY_3"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10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45" name="Google Shape;45;p10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6" name="Google Shape;46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 b="1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57" name="Google Shape;57;p1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3400"/>
              <a:buNone/>
              <a:defRPr sz="3400">
                <a:solidFill>
                  <a:srgbClr val="666666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58" name="Google Shape;58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Divider" type="secHead">
  <p:cSld name="SECTION_HEADER"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 b="1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61" name="Google Shape;61;p1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Design">
  <p:cSld name="2_Design"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/ Divider">
  <p:cSld name="BLANK_1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6"/>
          <p:cNvSpPr txBox="1">
            <a:spLocks noGrp="1"/>
          </p:cNvSpPr>
          <p:nvPr>
            <p:ph type="title"/>
          </p:nvPr>
        </p:nvSpPr>
        <p:spPr>
          <a:xfrm>
            <a:off x="0" y="1937300"/>
            <a:ext cx="9144000" cy="99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300" tIns="17150" rIns="34300" bIns="17150" anchor="ctr" anchorCtr="0">
            <a:noAutofit/>
          </a:bodyPr>
          <a:lstStyle>
            <a:lvl1pPr marR="0"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 i="0" u="none" strike="noStrike" cap="none">
                <a:solidFill>
                  <a:schemeClr val="dk1"/>
                </a:solidFill>
              </a:defRPr>
            </a:lvl1pPr>
            <a:lvl2pPr marR="0"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None/>
              <a:defRPr sz="4800" i="0" u="none" strike="noStrike" cap="none">
                <a:solidFill>
                  <a:srgbClr val="000000"/>
                </a:solidFill>
              </a:defRPr>
            </a:lvl2pPr>
            <a:lvl3pPr marR="0"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None/>
              <a:defRPr sz="4800" i="0" u="none" strike="noStrike" cap="none">
                <a:solidFill>
                  <a:srgbClr val="000000"/>
                </a:solidFill>
              </a:defRPr>
            </a:lvl3pPr>
            <a:lvl4pPr marR="0"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None/>
              <a:defRPr sz="4800" i="0" u="none" strike="noStrike" cap="none">
                <a:solidFill>
                  <a:srgbClr val="000000"/>
                </a:solidFill>
              </a:defRPr>
            </a:lvl4pPr>
            <a:lvl5pPr marR="0"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None/>
              <a:defRPr sz="4800" i="0" u="none" strike="noStrike" cap="none">
                <a:solidFill>
                  <a:srgbClr val="000000"/>
                </a:solidFill>
              </a:defRPr>
            </a:lvl5pPr>
            <a:lvl6pPr marR="0"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None/>
              <a:defRPr sz="4800" i="0" u="none" strike="noStrike" cap="none">
                <a:solidFill>
                  <a:srgbClr val="000000"/>
                </a:solidFill>
              </a:defRPr>
            </a:lvl6pPr>
            <a:lvl7pPr marR="0"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None/>
              <a:defRPr sz="4800" i="0" u="none" strike="noStrike" cap="none">
                <a:solidFill>
                  <a:srgbClr val="000000"/>
                </a:solidFill>
              </a:defRPr>
            </a:lvl7pPr>
            <a:lvl8pPr marR="0"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None/>
              <a:defRPr sz="4800" i="0" u="none" strike="noStrike" cap="none">
                <a:solidFill>
                  <a:srgbClr val="000000"/>
                </a:solidFill>
              </a:defRPr>
            </a:lvl8pPr>
            <a:lvl9pPr marR="0"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None/>
              <a:defRPr sz="4800" i="0" u="none" strike="noStrike" cap="none">
                <a:solidFill>
                  <a:srgbClr val="000000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- Content" type="tx">
  <p:cSld name="TITLE_AND_BODY"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7"/>
          <p:cNvSpPr txBox="1">
            <a:spLocks noGrp="1"/>
          </p:cNvSpPr>
          <p:nvPr>
            <p:ph type="title"/>
          </p:nvPr>
        </p:nvSpPr>
        <p:spPr>
          <a:xfrm>
            <a:off x="85525" y="87925"/>
            <a:ext cx="67392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 b="1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1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70" name="Google Shape;70;p17"/>
          <p:cNvSpPr txBox="1">
            <a:spLocks noGrp="1"/>
          </p:cNvSpPr>
          <p:nvPr>
            <p:ph type="subTitle" idx="1"/>
          </p:nvPr>
        </p:nvSpPr>
        <p:spPr>
          <a:xfrm>
            <a:off x="85525" y="617825"/>
            <a:ext cx="53412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200">
                <a:solidFill>
                  <a:srgbClr val="000000"/>
                </a:solidFill>
              </a:defRPr>
            </a:lvl1pPr>
            <a:lvl2pPr lvl="1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17"/>
          <p:cNvSpPr txBox="1">
            <a:spLocks noGrp="1"/>
          </p:cNvSpPr>
          <p:nvPr>
            <p:ph type="body" idx="2"/>
          </p:nvPr>
        </p:nvSpPr>
        <p:spPr>
          <a:xfrm>
            <a:off x="373975" y="1181625"/>
            <a:ext cx="7332900" cy="294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- Content - 2 columns">
  <p:cSld name="TITLE_AND_BODY_1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8"/>
          <p:cNvSpPr txBox="1">
            <a:spLocks noGrp="1"/>
          </p:cNvSpPr>
          <p:nvPr>
            <p:ph type="title"/>
          </p:nvPr>
        </p:nvSpPr>
        <p:spPr>
          <a:xfrm>
            <a:off x="85525" y="87925"/>
            <a:ext cx="67392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 b="1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/>
          </a:p>
        </p:txBody>
      </p:sp>
      <p:sp>
        <p:nvSpPr>
          <p:cNvPr id="74" name="Google Shape;74;p1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75" name="Google Shape;75;p18"/>
          <p:cNvSpPr txBox="1">
            <a:spLocks noGrp="1"/>
          </p:cNvSpPr>
          <p:nvPr>
            <p:ph type="subTitle" idx="1"/>
          </p:nvPr>
        </p:nvSpPr>
        <p:spPr>
          <a:xfrm>
            <a:off x="85525" y="617825"/>
            <a:ext cx="53412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200">
                <a:solidFill>
                  <a:srgbClr val="000000"/>
                </a:solidFill>
              </a:defRPr>
            </a:lvl1pPr>
            <a:lvl2pPr lvl="1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8"/>
          <p:cNvSpPr txBox="1">
            <a:spLocks noGrp="1"/>
          </p:cNvSpPr>
          <p:nvPr>
            <p:ph type="body" idx="2"/>
          </p:nvPr>
        </p:nvSpPr>
        <p:spPr>
          <a:xfrm>
            <a:off x="373975" y="1181625"/>
            <a:ext cx="3979800" cy="294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77" name="Google Shape;77;p18"/>
          <p:cNvSpPr txBox="1">
            <a:spLocks noGrp="1"/>
          </p:cNvSpPr>
          <p:nvPr>
            <p:ph type="body" idx="3"/>
          </p:nvPr>
        </p:nvSpPr>
        <p:spPr>
          <a:xfrm>
            <a:off x="4422425" y="1181625"/>
            <a:ext cx="4050000" cy="294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- Content - with photo">
  <p:cSld name="TITLE_AND_BODY_1_1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9"/>
          <p:cNvSpPr txBox="1">
            <a:spLocks noGrp="1"/>
          </p:cNvSpPr>
          <p:nvPr>
            <p:ph type="title"/>
          </p:nvPr>
        </p:nvSpPr>
        <p:spPr>
          <a:xfrm>
            <a:off x="85525" y="87925"/>
            <a:ext cx="67392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 b="1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1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81" name="Google Shape;81;p19"/>
          <p:cNvSpPr txBox="1">
            <a:spLocks noGrp="1"/>
          </p:cNvSpPr>
          <p:nvPr>
            <p:ph type="subTitle" idx="1"/>
          </p:nvPr>
        </p:nvSpPr>
        <p:spPr>
          <a:xfrm>
            <a:off x="85525" y="617825"/>
            <a:ext cx="53412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200">
                <a:solidFill>
                  <a:srgbClr val="000000"/>
                </a:solidFill>
              </a:defRPr>
            </a:lvl1pPr>
            <a:lvl2pPr lvl="1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19"/>
          <p:cNvSpPr txBox="1">
            <a:spLocks noGrp="1"/>
          </p:cNvSpPr>
          <p:nvPr>
            <p:ph type="body" idx="2"/>
          </p:nvPr>
        </p:nvSpPr>
        <p:spPr>
          <a:xfrm>
            <a:off x="4422425" y="1181625"/>
            <a:ext cx="4050000" cy="294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Design">
  <p:cSld name="2_Design"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6;p2">
            <a:extLst>
              <a:ext uri="{FF2B5EF4-FFF2-40B4-BE49-F238E27FC236}">
                <a16:creationId xmlns:a16="http://schemas.microsoft.com/office/drawing/2014/main" id="{2468C572-0223-9E23-4795-20BCFA76A87E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Divider" type="secHead">
  <p:cSld name="SECTION_HEADER"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2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 b="1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94" name="Google Shape;94;p2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3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 b="1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97" name="Google Shape;97;p23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3400"/>
              <a:buNone/>
              <a:defRPr sz="3400">
                <a:solidFill>
                  <a:srgbClr val="666666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98" name="Google Shape;98;p2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- Content" type="tx">
  <p:cSld name="TITLE_AND_BODY"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4"/>
          <p:cNvSpPr txBox="1">
            <a:spLocks noGrp="1"/>
          </p:cNvSpPr>
          <p:nvPr>
            <p:ph type="title"/>
          </p:nvPr>
        </p:nvSpPr>
        <p:spPr>
          <a:xfrm>
            <a:off x="85525" y="87925"/>
            <a:ext cx="67392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 b="1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01" name="Google Shape;101;p2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02" name="Google Shape;102;p24"/>
          <p:cNvSpPr txBox="1">
            <a:spLocks noGrp="1"/>
          </p:cNvSpPr>
          <p:nvPr>
            <p:ph type="subTitle" idx="1"/>
          </p:nvPr>
        </p:nvSpPr>
        <p:spPr>
          <a:xfrm>
            <a:off x="85525" y="617825"/>
            <a:ext cx="53412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200">
                <a:solidFill>
                  <a:srgbClr val="000000"/>
                </a:solidFill>
              </a:defRPr>
            </a:lvl1pPr>
            <a:lvl2pPr lvl="1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3" name="Google Shape;103;p24"/>
          <p:cNvSpPr txBox="1">
            <a:spLocks noGrp="1"/>
          </p:cNvSpPr>
          <p:nvPr>
            <p:ph type="body" idx="2"/>
          </p:nvPr>
        </p:nvSpPr>
        <p:spPr>
          <a:xfrm>
            <a:off x="373975" y="1181625"/>
            <a:ext cx="7332900" cy="294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- Content - 2 columns">
  <p:cSld name="TITLE_AND_BODY_1"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5"/>
          <p:cNvSpPr txBox="1">
            <a:spLocks noGrp="1"/>
          </p:cNvSpPr>
          <p:nvPr>
            <p:ph type="title"/>
          </p:nvPr>
        </p:nvSpPr>
        <p:spPr>
          <a:xfrm>
            <a:off x="85525" y="87925"/>
            <a:ext cx="67392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 b="1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/>
          </a:p>
        </p:txBody>
      </p:sp>
      <p:sp>
        <p:nvSpPr>
          <p:cNvPr id="106" name="Google Shape;106;p2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07" name="Google Shape;107;p25"/>
          <p:cNvSpPr txBox="1">
            <a:spLocks noGrp="1"/>
          </p:cNvSpPr>
          <p:nvPr>
            <p:ph type="subTitle" idx="1"/>
          </p:nvPr>
        </p:nvSpPr>
        <p:spPr>
          <a:xfrm>
            <a:off x="85525" y="617825"/>
            <a:ext cx="53412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200">
                <a:solidFill>
                  <a:srgbClr val="000000"/>
                </a:solidFill>
              </a:defRPr>
            </a:lvl1pPr>
            <a:lvl2pPr lvl="1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8" name="Google Shape;108;p25"/>
          <p:cNvSpPr txBox="1">
            <a:spLocks noGrp="1"/>
          </p:cNvSpPr>
          <p:nvPr>
            <p:ph type="body" idx="2"/>
          </p:nvPr>
        </p:nvSpPr>
        <p:spPr>
          <a:xfrm>
            <a:off x="373975" y="1181625"/>
            <a:ext cx="3979800" cy="294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09" name="Google Shape;109;p25"/>
          <p:cNvSpPr txBox="1">
            <a:spLocks noGrp="1"/>
          </p:cNvSpPr>
          <p:nvPr>
            <p:ph type="body" idx="3"/>
          </p:nvPr>
        </p:nvSpPr>
        <p:spPr>
          <a:xfrm>
            <a:off x="4422425" y="1181625"/>
            <a:ext cx="4050000" cy="294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- Content - with photo">
  <p:cSld name="TITLE_AND_BODY_1_1"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6"/>
          <p:cNvSpPr txBox="1">
            <a:spLocks noGrp="1"/>
          </p:cNvSpPr>
          <p:nvPr>
            <p:ph type="title"/>
          </p:nvPr>
        </p:nvSpPr>
        <p:spPr>
          <a:xfrm>
            <a:off x="85525" y="87925"/>
            <a:ext cx="67392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 b="1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12" name="Google Shape;112;p2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13" name="Google Shape;113;p26"/>
          <p:cNvSpPr txBox="1">
            <a:spLocks noGrp="1"/>
          </p:cNvSpPr>
          <p:nvPr>
            <p:ph type="subTitle" idx="1"/>
          </p:nvPr>
        </p:nvSpPr>
        <p:spPr>
          <a:xfrm>
            <a:off x="85525" y="617825"/>
            <a:ext cx="53412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200">
                <a:solidFill>
                  <a:srgbClr val="000000"/>
                </a:solidFill>
              </a:defRPr>
            </a:lvl1pPr>
            <a:lvl2pPr lvl="1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4" name="Google Shape;114;p26"/>
          <p:cNvSpPr txBox="1">
            <a:spLocks noGrp="1"/>
          </p:cNvSpPr>
          <p:nvPr>
            <p:ph type="body" idx="2"/>
          </p:nvPr>
        </p:nvSpPr>
        <p:spPr>
          <a:xfrm>
            <a:off x="4422425" y="1181625"/>
            <a:ext cx="4050000" cy="294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2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Design">
  <p:cSld name="2_Design"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6;p2">
            <a:extLst>
              <a:ext uri="{FF2B5EF4-FFF2-40B4-BE49-F238E27FC236}">
                <a16:creationId xmlns:a16="http://schemas.microsoft.com/office/drawing/2014/main" id="{0E6297DC-FE9D-B1F5-4AFB-674B078A9D41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Divider" type="secHead">
  <p:cSld name="SECTION_HEADER"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30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 b="1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28" name="Google Shape;128;p3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31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 b="1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31" name="Google Shape;131;p31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3400"/>
              <a:buNone/>
              <a:defRPr sz="3400">
                <a:solidFill>
                  <a:srgbClr val="666666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32" name="Google Shape;132;p3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3" name="Google Shape;133;p31"/>
          <p:cNvSpPr/>
          <p:nvPr/>
        </p:nvSpPr>
        <p:spPr>
          <a:xfrm>
            <a:off x="5987325" y="-10348"/>
            <a:ext cx="2262600" cy="57000"/>
          </a:xfrm>
          <a:prstGeom prst="rect">
            <a:avLst/>
          </a:prstGeom>
          <a:solidFill>
            <a:srgbClr val="4A66A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endParaRPr sz="9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31"/>
          <p:cNvSpPr txBox="1"/>
          <p:nvPr/>
        </p:nvSpPr>
        <p:spPr>
          <a:xfrm>
            <a:off x="29191" y="4885584"/>
            <a:ext cx="4596000" cy="32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n-GB" sz="9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Copyright © 2021 Laures Solutions. All rights reserved.</a:t>
            </a:r>
            <a:endParaRPr sz="9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3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/ Divider">
  <p:cSld name="BLANK_1"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33"/>
          <p:cNvSpPr txBox="1">
            <a:spLocks noGrp="1"/>
          </p:cNvSpPr>
          <p:nvPr>
            <p:ph type="title"/>
          </p:nvPr>
        </p:nvSpPr>
        <p:spPr>
          <a:xfrm>
            <a:off x="0" y="1937300"/>
            <a:ext cx="9144000" cy="99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300" tIns="17150" rIns="34300" bIns="17150" anchor="ctr" anchorCtr="0">
            <a:noAutofit/>
          </a:bodyPr>
          <a:lstStyle>
            <a:lvl1pPr marR="0"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 i="0" u="none" strike="noStrike" cap="none">
                <a:solidFill>
                  <a:schemeClr val="dk1"/>
                </a:solidFill>
              </a:defRPr>
            </a:lvl1pPr>
            <a:lvl2pPr marR="0"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None/>
              <a:defRPr sz="4800" i="0" u="none" strike="noStrike" cap="none">
                <a:solidFill>
                  <a:srgbClr val="000000"/>
                </a:solidFill>
              </a:defRPr>
            </a:lvl2pPr>
            <a:lvl3pPr marR="0"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None/>
              <a:defRPr sz="4800" i="0" u="none" strike="noStrike" cap="none">
                <a:solidFill>
                  <a:srgbClr val="000000"/>
                </a:solidFill>
              </a:defRPr>
            </a:lvl3pPr>
            <a:lvl4pPr marR="0"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None/>
              <a:defRPr sz="4800" i="0" u="none" strike="noStrike" cap="none">
                <a:solidFill>
                  <a:srgbClr val="000000"/>
                </a:solidFill>
              </a:defRPr>
            </a:lvl4pPr>
            <a:lvl5pPr marR="0"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None/>
              <a:defRPr sz="4800" i="0" u="none" strike="noStrike" cap="none">
                <a:solidFill>
                  <a:srgbClr val="000000"/>
                </a:solidFill>
              </a:defRPr>
            </a:lvl5pPr>
            <a:lvl6pPr marR="0"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None/>
              <a:defRPr sz="4800" i="0" u="none" strike="noStrike" cap="none">
                <a:solidFill>
                  <a:srgbClr val="000000"/>
                </a:solidFill>
              </a:defRPr>
            </a:lvl6pPr>
            <a:lvl7pPr marR="0"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None/>
              <a:defRPr sz="4800" i="0" u="none" strike="noStrike" cap="none">
                <a:solidFill>
                  <a:srgbClr val="000000"/>
                </a:solidFill>
              </a:defRPr>
            </a:lvl7pPr>
            <a:lvl8pPr marR="0"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None/>
              <a:defRPr sz="4800" i="0" u="none" strike="noStrike" cap="none">
                <a:solidFill>
                  <a:srgbClr val="000000"/>
                </a:solidFill>
              </a:defRPr>
            </a:lvl8pPr>
            <a:lvl9pPr marR="0"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None/>
              <a:defRPr sz="4800" i="0" u="none" strike="noStrike" cap="none">
                <a:solidFill>
                  <a:srgbClr val="000000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- Content" type="tx">
  <p:cSld name="TITLE_AND_BODY"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34"/>
          <p:cNvSpPr txBox="1">
            <a:spLocks noGrp="1"/>
          </p:cNvSpPr>
          <p:nvPr>
            <p:ph type="title"/>
          </p:nvPr>
        </p:nvSpPr>
        <p:spPr>
          <a:xfrm>
            <a:off x="85525" y="87925"/>
            <a:ext cx="67392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 b="1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41" name="Google Shape;141;p3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42" name="Google Shape;142;p34"/>
          <p:cNvSpPr txBox="1">
            <a:spLocks noGrp="1"/>
          </p:cNvSpPr>
          <p:nvPr>
            <p:ph type="subTitle" idx="1"/>
          </p:nvPr>
        </p:nvSpPr>
        <p:spPr>
          <a:xfrm>
            <a:off x="85525" y="617825"/>
            <a:ext cx="53412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200">
                <a:solidFill>
                  <a:srgbClr val="000000"/>
                </a:solidFill>
              </a:defRPr>
            </a:lvl1pPr>
            <a:lvl2pPr lvl="1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3" name="Google Shape;143;p34"/>
          <p:cNvSpPr txBox="1">
            <a:spLocks noGrp="1"/>
          </p:cNvSpPr>
          <p:nvPr>
            <p:ph type="body" idx="2"/>
          </p:nvPr>
        </p:nvSpPr>
        <p:spPr>
          <a:xfrm>
            <a:off x="373975" y="1181625"/>
            <a:ext cx="7332900" cy="294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- Content - 2 columns">
  <p:cSld name="TITLE_AND_BODY_1"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35"/>
          <p:cNvSpPr txBox="1">
            <a:spLocks noGrp="1"/>
          </p:cNvSpPr>
          <p:nvPr>
            <p:ph type="title"/>
          </p:nvPr>
        </p:nvSpPr>
        <p:spPr>
          <a:xfrm>
            <a:off x="85525" y="87925"/>
            <a:ext cx="67392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 b="1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/>
          </a:p>
        </p:txBody>
      </p:sp>
      <p:sp>
        <p:nvSpPr>
          <p:cNvPr id="146" name="Google Shape;146;p3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47" name="Google Shape;147;p35"/>
          <p:cNvSpPr txBox="1">
            <a:spLocks noGrp="1"/>
          </p:cNvSpPr>
          <p:nvPr>
            <p:ph type="subTitle" idx="1"/>
          </p:nvPr>
        </p:nvSpPr>
        <p:spPr>
          <a:xfrm>
            <a:off x="85525" y="617825"/>
            <a:ext cx="53412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200">
                <a:solidFill>
                  <a:srgbClr val="000000"/>
                </a:solidFill>
              </a:defRPr>
            </a:lvl1pPr>
            <a:lvl2pPr lvl="1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8" name="Google Shape;148;p35"/>
          <p:cNvSpPr txBox="1">
            <a:spLocks noGrp="1"/>
          </p:cNvSpPr>
          <p:nvPr>
            <p:ph type="body" idx="2"/>
          </p:nvPr>
        </p:nvSpPr>
        <p:spPr>
          <a:xfrm>
            <a:off x="373975" y="1181625"/>
            <a:ext cx="3979800" cy="294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49" name="Google Shape;149;p35"/>
          <p:cNvSpPr txBox="1">
            <a:spLocks noGrp="1"/>
          </p:cNvSpPr>
          <p:nvPr>
            <p:ph type="body" idx="3"/>
          </p:nvPr>
        </p:nvSpPr>
        <p:spPr>
          <a:xfrm>
            <a:off x="4422425" y="1181625"/>
            <a:ext cx="4050000" cy="294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- Content - with photo">
  <p:cSld name="TITLE_AND_BODY_1_1"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36"/>
          <p:cNvSpPr txBox="1">
            <a:spLocks noGrp="1"/>
          </p:cNvSpPr>
          <p:nvPr>
            <p:ph type="title"/>
          </p:nvPr>
        </p:nvSpPr>
        <p:spPr>
          <a:xfrm>
            <a:off x="85525" y="87925"/>
            <a:ext cx="67392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 b="1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52" name="Google Shape;152;p3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53" name="Google Shape;153;p36"/>
          <p:cNvSpPr txBox="1">
            <a:spLocks noGrp="1"/>
          </p:cNvSpPr>
          <p:nvPr>
            <p:ph type="subTitle" idx="1"/>
          </p:nvPr>
        </p:nvSpPr>
        <p:spPr>
          <a:xfrm>
            <a:off x="85525" y="617825"/>
            <a:ext cx="53412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200">
                <a:solidFill>
                  <a:srgbClr val="000000"/>
                </a:solidFill>
              </a:defRPr>
            </a:lvl1pPr>
            <a:lvl2pPr lvl="1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4" name="Google Shape;154;p36"/>
          <p:cNvSpPr txBox="1">
            <a:spLocks noGrp="1"/>
          </p:cNvSpPr>
          <p:nvPr>
            <p:ph type="body" idx="2"/>
          </p:nvPr>
        </p:nvSpPr>
        <p:spPr>
          <a:xfrm>
            <a:off x="4422425" y="1181625"/>
            <a:ext cx="4050000" cy="294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1.png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7.xml"/><Relationship Id="rId3" Type="http://schemas.openxmlformats.org/officeDocument/2006/relationships/slideLayout" Target="../slideLayouts/slideLayout12.xml"/><Relationship Id="rId7" Type="http://schemas.openxmlformats.org/officeDocument/2006/relationships/slideLayout" Target="../slideLayouts/slideLayout16.xml"/><Relationship Id="rId2" Type="http://schemas.openxmlformats.org/officeDocument/2006/relationships/slideLayout" Target="../slideLayouts/slideLayout11.xml"/><Relationship Id="rId1" Type="http://schemas.openxmlformats.org/officeDocument/2006/relationships/slideLayout" Target="../slideLayouts/slideLayout10.xml"/><Relationship Id="rId6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3.xml"/><Relationship Id="rId9" Type="http://schemas.openxmlformats.org/officeDocument/2006/relationships/theme" Target="../theme/theme2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theme" Target="../theme/theme3.xml"/><Relationship Id="rId3" Type="http://schemas.openxmlformats.org/officeDocument/2006/relationships/slideLayout" Target="../slideLayouts/slideLayout20.xml"/><Relationship Id="rId7" Type="http://schemas.openxmlformats.org/officeDocument/2006/relationships/slideLayout" Target="../slideLayouts/slideLayout24.xml"/><Relationship Id="rId2" Type="http://schemas.openxmlformats.org/officeDocument/2006/relationships/slideLayout" Target="../slideLayouts/slideLayout19.xml"/><Relationship Id="rId1" Type="http://schemas.openxmlformats.org/officeDocument/2006/relationships/slideLayout" Target="../slideLayouts/slideLayout18.xml"/><Relationship Id="rId6" Type="http://schemas.openxmlformats.org/officeDocument/2006/relationships/slideLayout" Target="../slideLayouts/slideLayout23.xml"/><Relationship Id="rId5" Type="http://schemas.openxmlformats.org/officeDocument/2006/relationships/slideLayout" Target="../slideLayouts/slideLayout22.xml"/><Relationship Id="rId4" Type="http://schemas.openxmlformats.org/officeDocument/2006/relationships/slideLayout" Target="../slideLayouts/slideLayout21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2.xml"/><Relationship Id="rId3" Type="http://schemas.openxmlformats.org/officeDocument/2006/relationships/slideLayout" Target="../slideLayouts/slideLayout27.xml"/><Relationship Id="rId7" Type="http://schemas.openxmlformats.org/officeDocument/2006/relationships/slideLayout" Target="../slideLayouts/slideLayout31.xml"/><Relationship Id="rId2" Type="http://schemas.openxmlformats.org/officeDocument/2006/relationships/slideLayout" Target="../slideLayouts/slideLayout26.xml"/><Relationship Id="rId1" Type="http://schemas.openxmlformats.org/officeDocument/2006/relationships/slideLayout" Target="../slideLayouts/slideLayout25.xml"/><Relationship Id="rId6" Type="http://schemas.openxmlformats.org/officeDocument/2006/relationships/slideLayout" Target="../slideLayouts/slideLayout30.xml"/><Relationship Id="rId5" Type="http://schemas.openxmlformats.org/officeDocument/2006/relationships/slideLayout" Target="../slideLayouts/slideLayout29.xml"/><Relationship Id="rId4" Type="http://schemas.openxmlformats.org/officeDocument/2006/relationships/slideLayout" Target="../slideLayouts/slideLayout28.xml"/><Relationship Id="rId9" Type="http://schemas.openxmlformats.org/officeDocument/2006/relationships/theme" Target="../theme/theme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85075" y="273750"/>
            <a:ext cx="56010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Garamond"/>
              <a:buNone/>
              <a:defRPr sz="2600" b="0" i="0" u="none" strike="noStrike" cap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Garamond"/>
              <a:buChar char="●"/>
              <a:defRPr sz="1800" b="0" i="0" u="none" strike="noStrike" cap="none">
                <a:solidFill>
                  <a:srgbClr val="000000"/>
                </a:solidFill>
                <a:latin typeface="Garamond"/>
                <a:ea typeface="Garamond"/>
                <a:cs typeface="Garamond"/>
                <a:sym typeface="Garamond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Garamond"/>
              <a:buChar char="○"/>
              <a:defRPr sz="1400" b="0" i="0" u="none" strike="noStrike" cap="none">
                <a:solidFill>
                  <a:srgbClr val="000000"/>
                </a:solidFill>
                <a:latin typeface="Garamond"/>
                <a:ea typeface="Garamond"/>
                <a:cs typeface="Garamond"/>
                <a:sym typeface="Garamond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Garamond"/>
              <a:buChar char="■"/>
              <a:defRPr sz="1400" b="0" i="0" u="none" strike="noStrike" cap="none">
                <a:solidFill>
                  <a:srgbClr val="000000"/>
                </a:solidFill>
                <a:latin typeface="Garamond"/>
                <a:ea typeface="Garamond"/>
                <a:cs typeface="Garamond"/>
                <a:sym typeface="Garamond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Garamond"/>
              <a:buChar char="●"/>
              <a:defRPr sz="1400" b="0" i="0" u="none" strike="noStrike" cap="none">
                <a:solidFill>
                  <a:srgbClr val="000000"/>
                </a:solidFill>
                <a:latin typeface="Garamond"/>
                <a:ea typeface="Garamond"/>
                <a:cs typeface="Garamond"/>
                <a:sym typeface="Garamond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Garamond"/>
              <a:buChar char="○"/>
              <a:defRPr sz="1400" b="0" i="0" u="none" strike="noStrike" cap="none">
                <a:solidFill>
                  <a:srgbClr val="000000"/>
                </a:solidFill>
                <a:latin typeface="Garamond"/>
                <a:ea typeface="Garamond"/>
                <a:cs typeface="Garamond"/>
                <a:sym typeface="Garamond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Garamond"/>
              <a:buChar char="■"/>
              <a:defRPr sz="1400" b="0" i="0" u="none" strike="noStrike" cap="none">
                <a:solidFill>
                  <a:srgbClr val="000000"/>
                </a:solidFill>
                <a:latin typeface="Garamond"/>
                <a:ea typeface="Garamond"/>
                <a:cs typeface="Garamond"/>
                <a:sym typeface="Garamond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Garamond"/>
              <a:buChar char="●"/>
              <a:defRPr sz="1400" b="0" i="0" u="none" strike="noStrike" cap="none">
                <a:solidFill>
                  <a:srgbClr val="000000"/>
                </a:solidFill>
                <a:latin typeface="Garamond"/>
                <a:ea typeface="Garamond"/>
                <a:cs typeface="Garamond"/>
                <a:sym typeface="Garamond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Garamond"/>
              <a:buChar char="○"/>
              <a:defRPr sz="1400" b="0" i="0" u="none" strike="noStrike" cap="none">
                <a:solidFill>
                  <a:srgbClr val="000000"/>
                </a:solidFill>
                <a:latin typeface="Garamond"/>
                <a:ea typeface="Garamond"/>
                <a:cs typeface="Garamond"/>
                <a:sym typeface="Garamond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rgbClr val="000000"/>
              </a:buClr>
              <a:buSzPts val="1400"/>
              <a:buFont typeface="Garamond"/>
              <a:buChar char="■"/>
              <a:defRPr sz="1400" b="0" i="0" u="none" strike="noStrike" cap="none">
                <a:solidFill>
                  <a:srgbClr val="000000"/>
                </a:solidFill>
                <a:latin typeface="Garamond"/>
                <a:ea typeface="Garamond"/>
                <a:cs typeface="Garamond"/>
                <a:sym typeface="Garamond"/>
              </a:defRPr>
            </a:lvl9pPr>
          </a:lstStyle>
          <a:p>
            <a:endParaRPr dirty="0"/>
          </a:p>
        </p:txBody>
      </p:sp>
      <p:grpSp>
        <p:nvGrpSpPr>
          <p:cNvPr id="8" name="Google Shape;8;p1"/>
          <p:cNvGrpSpPr/>
          <p:nvPr/>
        </p:nvGrpSpPr>
        <p:grpSpPr>
          <a:xfrm>
            <a:off x="0" y="-42"/>
            <a:ext cx="67800" cy="5143466"/>
            <a:chOff x="0" y="-42"/>
            <a:chExt cx="67800" cy="5143466"/>
          </a:xfrm>
        </p:grpSpPr>
        <p:sp>
          <p:nvSpPr>
            <p:cNvPr id="9" name="Google Shape;9;p1"/>
            <p:cNvSpPr/>
            <p:nvPr/>
          </p:nvSpPr>
          <p:spPr>
            <a:xfrm>
              <a:off x="0" y="-42"/>
              <a:ext cx="67800" cy="995400"/>
            </a:xfrm>
            <a:prstGeom prst="rect">
              <a:avLst/>
            </a:prstGeom>
            <a:solidFill>
              <a:srgbClr val="CCCCC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" name="Google Shape;10;p1"/>
            <p:cNvSpPr/>
            <p:nvPr/>
          </p:nvSpPr>
          <p:spPr>
            <a:xfrm>
              <a:off x="0" y="995324"/>
              <a:ext cx="67800" cy="4148100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DFDDC6D2-E4D6-056C-C442-2E12C07506D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11700" y="4779363"/>
            <a:ext cx="30861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A3F4FB4-25B7-1780-E5A0-9E30DE7BBBF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IN" dirty="0"/>
              <a:t>1</a:t>
            </a:r>
          </a:p>
        </p:txBody>
      </p:sp>
      <p:pic>
        <p:nvPicPr>
          <p:cNvPr id="5" name="Picture 4" descr="A logo with a butterfly&#10;&#10;Description automatically generated">
            <a:extLst>
              <a:ext uri="{FF2B5EF4-FFF2-40B4-BE49-F238E27FC236}">
                <a16:creationId xmlns:a16="http://schemas.microsoft.com/office/drawing/2014/main" id="{E50E6475-7D27-F992-CDE1-D0D4D2D70ADB}"/>
              </a:ext>
            </a:extLst>
          </p:cNvPr>
          <p:cNvPicPr>
            <a:picLocks noChangeAspect="1"/>
          </p:cNvPicPr>
          <p:nvPr userDrawn="1"/>
        </p:nvPicPr>
        <p:blipFill>
          <a:blip r:embed="rId11"/>
          <a:stretch>
            <a:fillRect/>
          </a:stretch>
        </p:blipFill>
        <p:spPr>
          <a:xfrm>
            <a:off x="7939087" y="82789"/>
            <a:ext cx="1152525" cy="476250"/>
          </a:xfrm>
          <a:prstGeom prst="rect">
            <a:avLst/>
          </a:prstGeom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11"/>
          <p:cNvSpPr txBox="1">
            <a:spLocks noGrp="1"/>
          </p:cNvSpPr>
          <p:nvPr>
            <p:ph type="title"/>
          </p:nvPr>
        </p:nvSpPr>
        <p:spPr>
          <a:xfrm>
            <a:off x="85075" y="158850"/>
            <a:ext cx="56010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Garamond"/>
              <a:buNone/>
              <a:defRPr sz="2800" b="0" i="0" u="none" strike="noStrike" cap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9" name="Google Shape;49;p1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Garamond"/>
              <a:buChar char="●"/>
              <a:defRPr sz="1800" b="0" i="0" u="none" strike="noStrike" cap="none">
                <a:solidFill>
                  <a:srgbClr val="000000"/>
                </a:solidFill>
                <a:latin typeface="Garamond"/>
                <a:ea typeface="Garamond"/>
                <a:cs typeface="Garamond"/>
                <a:sym typeface="Garamond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Garamond"/>
              <a:buChar char="○"/>
              <a:defRPr sz="1400" b="0" i="0" u="none" strike="noStrike" cap="none">
                <a:solidFill>
                  <a:srgbClr val="000000"/>
                </a:solidFill>
                <a:latin typeface="Garamond"/>
                <a:ea typeface="Garamond"/>
                <a:cs typeface="Garamond"/>
                <a:sym typeface="Garamond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Garamond"/>
              <a:buChar char="■"/>
              <a:defRPr sz="1400" b="0" i="0" u="none" strike="noStrike" cap="none">
                <a:solidFill>
                  <a:srgbClr val="000000"/>
                </a:solidFill>
                <a:latin typeface="Garamond"/>
                <a:ea typeface="Garamond"/>
                <a:cs typeface="Garamond"/>
                <a:sym typeface="Garamond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Garamond"/>
              <a:buChar char="●"/>
              <a:defRPr sz="1400" b="0" i="0" u="none" strike="noStrike" cap="none">
                <a:solidFill>
                  <a:srgbClr val="000000"/>
                </a:solidFill>
                <a:latin typeface="Garamond"/>
                <a:ea typeface="Garamond"/>
                <a:cs typeface="Garamond"/>
                <a:sym typeface="Garamond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Garamond"/>
              <a:buChar char="○"/>
              <a:defRPr sz="1400" b="0" i="0" u="none" strike="noStrike" cap="none">
                <a:solidFill>
                  <a:srgbClr val="000000"/>
                </a:solidFill>
                <a:latin typeface="Garamond"/>
                <a:ea typeface="Garamond"/>
                <a:cs typeface="Garamond"/>
                <a:sym typeface="Garamond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Garamond"/>
              <a:buChar char="■"/>
              <a:defRPr sz="1400" b="0" i="0" u="none" strike="noStrike" cap="none">
                <a:solidFill>
                  <a:srgbClr val="000000"/>
                </a:solidFill>
                <a:latin typeface="Garamond"/>
                <a:ea typeface="Garamond"/>
                <a:cs typeface="Garamond"/>
                <a:sym typeface="Garamond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Garamond"/>
              <a:buChar char="●"/>
              <a:defRPr sz="1400" b="0" i="0" u="none" strike="noStrike" cap="none">
                <a:solidFill>
                  <a:srgbClr val="000000"/>
                </a:solidFill>
                <a:latin typeface="Garamond"/>
                <a:ea typeface="Garamond"/>
                <a:cs typeface="Garamond"/>
                <a:sym typeface="Garamond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Garamond"/>
              <a:buChar char="○"/>
              <a:defRPr sz="1400" b="0" i="0" u="none" strike="noStrike" cap="none">
                <a:solidFill>
                  <a:srgbClr val="000000"/>
                </a:solidFill>
                <a:latin typeface="Garamond"/>
                <a:ea typeface="Garamond"/>
                <a:cs typeface="Garamond"/>
                <a:sym typeface="Garamond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rgbClr val="000000"/>
              </a:buClr>
              <a:buSzPts val="1400"/>
              <a:buFont typeface="Garamond"/>
              <a:buChar char="■"/>
              <a:defRPr sz="1400" b="0" i="0" u="none" strike="noStrike" cap="none">
                <a:solidFill>
                  <a:srgbClr val="000000"/>
                </a:solidFill>
                <a:latin typeface="Garamond"/>
                <a:ea typeface="Garamond"/>
                <a:cs typeface="Garamond"/>
                <a:sym typeface="Garamond"/>
              </a:defRPr>
            </a:lvl9pPr>
          </a:lstStyle>
          <a:p>
            <a:endParaRPr/>
          </a:p>
        </p:txBody>
      </p:sp>
      <p:grpSp>
        <p:nvGrpSpPr>
          <p:cNvPr id="50" name="Google Shape;50;p11"/>
          <p:cNvGrpSpPr/>
          <p:nvPr/>
        </p:nvGrpSpPr>
        <p:grpSpPr>
          <a:xfrm>
            <a:off x="0" y="-42"/>
            <a:ext cx="67800" cy="5143466"/>
            <a:chOff x="0" y="-42"/>
            <a:chExt cx="67800" cy="5143466"/>
          </a:xfrm>
        </p:grpSpPr>
        <p:sp>
          <p:nvSpPr>
            <p:cNvPr id="51" name="Google Shape;51;p11"/>
            <p:cNvSpPr/>
            <p:nvPr/>
          </p:nvSpPr>
          <p:spPr>
            <a:xfrm>
              <a:off x="0" y="-42"/>
              <a:ext cx="67800" cy="995400"/>
            </a:xfrm>
            <a:prstGeom prst="rect">
              <a:avLst/>
            </a:prstGeom>
            <a:solidFill>
              <a:srgbClr val="CCCCC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" name="Google Shape;52;p11"/>
            <p:cNvSpPr/>
            <p:nvPr/>
          </p:nvSpPr>
          <p:spPr>
            <a:xfrm>
              <a:off x="0" y="995324"/>
              <a:ext cx="67800" cy="4148100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7" r:id="rId1"/>
    <p:sldLayoutId id="2147483658" r:id="rId2"/>
    <p:sldLayoutId id="2147483659" r:id="rId3"/>
    <p:sldLayoutId id="2147483660" r:id="rId4"/>
    <p:sldLayoutId id="2147483661" r:id="rId5"/>
    <p:sldLayoutId id="2147483662" r:id="rId6"/>
    <p:sldLayoutId id="2147483663" r:id="rId7"/>
    <p:sldLayoutId id="2147483664" r:id="rId8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20"/>
          <p:cNvSpPr txBox="1">
            <a:spLocks noGrp="1"/>
          </p:cNvSpPr>
          <p:nvPr>
            <p:ph type="title"/>
          </p:nvPr>
        </p:nvSpPr>
        <p:spPr>
          <a:xfrm>
            <a:off x="85075" y="158850"/>
            <a:ext cx="56010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Garamond"/>
              <a:buNone/>
              <a:defRPr sz="2800" b="0" i="0" u="none" strike="noStrike" cap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5" name="Google Shape;85;p20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Garamond"/>
              <a:buChar char="●"/>
              <a:defRPr sz="1800" b="0" i="0" u="none" strike="noStrike" cap="none">
                <a:solidFill>
                  <a:srgbClr val="000000"/>
                </a:solidFill>
                <a:latin typeface="Garamond"/>
                <a:ea typeface="Garamond"/>
                <a:cs typeface="Garamond"/>
                <a:sym typeface="Garamond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Garamond"/>
              <a:buChar char="○"/>
              <a:defRPr sz="1400" b="0" i="0" u="none" strike="noStrike" cap="none">
                <a:solidFill>
                  <a:srgbClr val="000000"/>
                </a:solidFill>
                <a:latin typeface="Garamond"/>
                <a:ea typeface="Garamond"/>
                <a:cs typeface="Garamond"/>
                <a:sym typeface="Garamond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Garamond"/>
              <a:buChar char="■"/>
              <a:defRPr sz="1400" b="0" i="0" u="none" strike="noStrike" cap="none">
                <a:solidFill>
                  <a:srgbClr val="000000"/>
                </a:solidFill>
                <a:latin typeface="Garamond"/>
                <a:ea typeface="Garamond"/>
                <a:cs typeface="Garamond"/>
                <a:sym typeface="Garamond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Garamond"/>
              <a:buChar char="●"/>
              <a:defRPr sz="1400" b="0" i="0" u="none" strike="noStrike" cap="none">
                <a:solidFill>
                  <a:srgbClr val="000000"/>
                </a:solidFill>
                <a:latin typeface="Garamond"/>
                <a:ea typeface="Garamond"/>
                <a:cs typeface="Garamond"/>
                <a:sym typeface="Garamond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Garamond"/>
              <a:buChar char="○"/>
              <a:defRPr sz="1400" b="0" i="0" u="none" strike="noStrike" cap="none">
                <a:solidFill>
                  <a:srgbClr val="000000"/>
                </a:solidFill>
                <a:latin typeface="Garamond"/>
                <a:ea typeface="Garamond"/>
                <a:cs typeface="Garamond"/>
                <a:sym typeface="Garamond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Garamond"/>
              <a:buChar char="■"/>
              <a:defRPr sz="1400" b="0" i="0" u="none" strike="noStrike" cap="none">
                <a:solidFill>
                  <a:srgbClr val="000000"/>
                </a:solidFill>
                <a:latin typeface="Garamond"/>
                <a:ea typeface="Garamond"/>
                <a:cs typeface="Garamond"/>
                <a:sym typeface="Garamond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Garamond"/>
              <a:buChar char="●"/>
              <a:defRPr sz="1400" b="0" i="0" u="none" strike="noStrike" cap="none">
                <a:solidFill>
                  <a:srgbClr val="000000"/>
                </a:solidFill>
                <a:latin typeface="Garamond"/>
                <a:ea typeface="Garamond"/>
                <a:cs typeface="Garamond"/>
                <a:sym typeface="Garamond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Garamond"/>
              <a:buChar char="○"/>
              <a:defRPr sz="1400" b="0" i="0" u="none" strike="noStrike" cap="none">
                <a:solidFill>
                  <a:srgbClr val="000000"/>
                </a:solidFill>
                <a:latin typeface="Garamond"/>
                <a:ea typeface="Garamond"/>
                <a:cs typeface="Garamond"/>
                <a:sym typeface="Garamond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rgbClr val="000000"/>
              </a:buClr>
              <a:buSzPts val="1400"/>
              <a:buFont typeface="Garamond"/>
              <a:buChar char="■"/>
              <a:defRPr sz="1400" b="0" i="0" u="none" strike="noStrike" cap="none">
                <a:solidFill>
                  <a:srgbClr val="000000"/>
                </a:solidFill>
                <a:latin typeface="Garamond"/>
                <a:ea typeface="Garamond"/>
                <a:cs typeface="Garamond"/>
                <a:sym typeface="Garamond"/>
              </a:defRPr>
            </a:lvl9pPr>
          </a:lstStyle>
          <a:p>
            <a:endParaRPr/>
          </a:p>
        </p:txBody>
      </p:sp>
      <p:grpSp>
        <p:nvGrpSpPr>
          <p:cNvPr id="87" name="Google Shape;87;p20"/>
          <p:cNvGrpSpPr/>
          <p:nvPr/>
        </p:nvGrpSpPr>
        <p:grpSpPr>
          <a:xfrm>
            <a:off x="0" y="-42"/>
            <a:ext cx="67800" cy="5143466"/>
            <a:chOff x="0" y="-42"/>
            <a:chExt cx="67800" cy="5143466"/>
          </a:xfrm>
        </p:grpSpPr>
        <p:sp>
          <p:nvSpPr>
            <p:cNvPr id="88" name="Google Shape;88;p20"/>
            <p:cNvSpPr/>
            <p:nvPr/>
          </p:nvSpPr>
          <p:spPr>
            <a:xfrm>
              <a:off x="0" y="-42"/>
              <a:ext cx="67800" cy="995400"/>
            </a:xfrm>
            <a:prstGeom prst="rect">
              <a:avLst/>
            </a:prstGeom>
            <a:solidFill>
              <a:srgbClr val="CCCCC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" name="Google Shape;89;p20"/>
            <p:cNvSpPr/>
            <p:nvPr/>
          </p:nvSpPr>
          <p:spPr>
            <a:xfrm>
              <a:off x="0" y="995324"/>
              <a:ext cx="67800" cy="4148100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65" r:id="rId1"/>
    <p:sldLayoutId id="2147483666" r:id="rId2"/>
    <p:sldLayoutId id="2147483667" r:id="rId3"/>
    <p:sldLayoutId id="2147483668" r:id="rId4"/>
    <p:sldLayoutId id="2147483669" r:id="rId5"/>
    <p:sldLayoutId id="2147483670" r:id="rId6"/>
    <p:sldLayoutId id="2147483671" r:id="rId7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8"/>
          <p:cNvSpPr txBox="1">
            <a:spLocks noGrp="1"/>
          </p:cNvSpPr>
          <p:nvPr>
            <p:ph type="title"/>
          </p:nvPr>
        </p:nvSpPr>
        <p:spPr>
          <a:xfrm>
            <a:off x="85075" y="158850"/>
            <a:ext cx="56010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Garamond"/>
              <a:buNone/>
              <a:defRPr sz="2800" b="0" i="0" u="none" strike="noStrike" cap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9" name="Google Shape;119;p28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Garamond"/>
              <a:buChar char="●"/>
              <a:defRPr sz="1800" b="0" i="0" u="none" strike="noStrike" cap="none">
                <a:solidFill>
                  <a:srgbClr val="000000"/>
                </a:solidFill>
                <a:latin typeface="Garamond"/>
                <a:ea typeface="Garamond"/>
                <a:cs typeface="Garamond"/>
                <a:sym typeface="Garamond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Garamond"/>
              <a:buChar char="○"/>
              <a:defRPr sz="1400" b="0" i="0" u="none" strike="noStrike" cap="none">
                <a:solidFill>
                  <a:srgbClr val="000000"/>
                </a:solidFill>
                <a:latin typeface="Garamond"/>
                <a:ea typeface="Garamond"/>
                <a:cs typeface="Garamond"/>
                <a:sym typeface="Garamond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Garamond"/>
              <a:buChar char="■"/>
              <a:defRPr sz="1400" b="0" i="0" u="none" strike="noStrike" cap="none">
                <a:solidFill>
                  <a:srgbClr val="000000"/>
                </a:solidFill>
                <a:latin typeface="Garamond"/>
                <a:ea typeface="Garamond"/>
                <a:cs typeface="Garamond"/>
                <a:sym typeface="Garamond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Garamond"/>
              <a:buChar char="●"/>
              <a:defRPr sz="1400" b="0" i="0" u="none" strike="noStrike" cap="none">
                <a:solidFill>
                  <a:srgbClr val="000000"/>
                </a:solidFill>
                <a:latin typeface="Garamond"/>
                <a:ea typeface="Garamond"/>
                <a:cs typeface="Garamond"/>
                <a:sym typeface="Garamond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Garamond"/>
              <a:buChar char="○"/>
              <a:defRPr sz="1400" b="0" i="0" u="none" strike="noStrike" cap="none">
                <a:solidFill>
                  <a:srgbClr val="000000"/>
                </a:solidFill>
                <a:latin typeface="Garamond"/>
                <a:ea typeface="Garamond"/>
                <a:cs typeface="Garamond"/>
                <a:sym typeface="Garamond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Garamond"/>
              <a:buChar char="■"/>
              <a:defRPr sz="1400" b="0" i="0" u="none" strike="noStrike" cap="none">
                <a:solidFill>
                  <a:srgbClr val="000000"/>
                </a:solidFill>
                <a:latin typeface="Garamond"/>
                <a:ea typeface="Garamond"/>
                <a:cs typeface="Garamond"/>
                <a:sym typeface="Garamond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Garamond"/>
              <a:buChar char="●"/>
              <a:defRPr sz="1400" b="0" i="0" u="none" strike="noStrike" cap="none">
                <a:solidFill>
                  <a:srgbClr val="000000"/>
                </a:solidFill>
                <a:latin typeface="Garamond"/>
                <a:ea typeface="Garamond"/>
                <a:cs typeface="Garamond"/>
                <a:sym typeface="Garamond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Garamond"/>
              <a:buChar char="○"/>
              <a:defRPr sz="1400" b="0" i="0" u="none" strike="noStrike" cap="none">
                <a:solidFill>
                  <a:srgbClr val="000000"/>
                </a:solidFill>
                <a:latin typeface="Garamond"/>
                <a:ea typeface="Garamond"/>
                <a:cs typeface="Garamond"/>
                <a:sym typeface="Garamond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rgbClr val="000000"/>
              </a:buClr>
              <a:buSzPts val="1400"/>
              <a:buFont typeface="Garamond"/>
              <a:buChar char="■"/>
              <a:defRPr sz="1400" b="0" i="0" u="none" strike="noStrike" cap="none">
                <a:solidFill>
                  <a:srgbClr val="000000"/>
                </a:solidFill>
                <a:latin typeface="Garamond"/>
                <a:ea typeface="Garamond"/>
                <a:cs typeface="Garamond"/>
                <a:sym typeface="Garamond"/>
              </a:defRPr>
            </a:lvl9pPr>
          </a:lstStyle>
          <a:p>
            <a:endParaRPr/>
          </a:p>
        </p:txBody>
      </p:sp>
      <p:grpSp>
        <p:nvGrpSpPr>
          <p:cNvPr id="120" name="Google Shape;120;p28"/>
          <p:cNvGrpSpPr/>
          <p:nvPr/>
        </p:nvGrpSpPr>
        <p:grpSpPr>
          <a:xfrm>
            <a:off x="0" y="-42"/>
            <a:ext cx="67800" cy="5143466"/>
            <a:chOff x="0" y="-42"/>
            <a:chExt cx="67800" cy="5143466"/>
          </a:xfrm>
        </p:grpSpPr>
        <p:sp>
          <p:nvSpPr>
            <p:cNvPr id="121" name="Google Shape;121;p28"/>
            <p:cNvSpPr/>
            <p:nvPr/>
          </p:nvSpPr>
          <p:spPr>
            <a:xfrm>
              <a:off x="0" y="-42"/>
              <a:ext cx="67800" cy="995400"/>
            </a:xfrm>
            <a:prstGeom prst="rect">
              <a:avLst/>
            </a:prstGeom>
            <a:solidFill>
              <a:srgbClr val="CCCCC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2" name="Google Shape;122;p28"/>
            <p:cNvSpPr/>
            <p:nvPr/>
          </p:nvSpPr>
          <p:spPr>
            <a:xfrm>
              <a:off x="0" y="995324"/>
              <a:ext cx="67800" cy="4148100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72" r:id="rId1"/>
    <p:sldLayoutId id="2147483673" r:id="rId2"/>
    <p:sldLayoutId id="2147483674" r:id="rId3"/>
    <p:sldLayoutId id="2147483675" r:id="rId4"/>
    <p:sldLayoutId id="2147483676" r:id="rId5"/>
    <p:sldLayoutId id="2147483677" r:id="rId6"/>
    <p:sldLayoutId id="2147483678" r:id="rId7"/>
    <p:sldLayoutId id="2147483679" r:id="rId8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0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8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8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3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3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3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8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9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5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37"/>
          <p:cNvSpPr txBox="1"/>
          <p:nvPr/>
        </p:nvSpPr>
        <p:spPr>
          <a:xfrm>
            <a:off x="812125" y="2210100"/>
            <a:ext cx="7777200" cy="72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en-GB" sz="3500" b="0" i="0" u="none" strike="noStrike" cap="none">
                <a:solidFill>
                  <a:srgbClr val="000000"/>
                </a:solidFill>
                <a:latin typeface="Avenir"/>
                <a:ea typeface="Avenir"/>
                <a:cs typeface="Avenir"/>
                <a:sym typeface="Avenir"/>
              </a:rPr>
              <a:t>3.0 Variables and Data Types</a:t>
            </a:r>
            <a:endParaRPr sz="3500" b="0" i="0" u="none" strike="noStrike" cap="none">
              <a:solidFill>
                <a:srgbClr val="000000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160" name="Google Shape;160;p37"/>
          <p:cNvSpPr/>
          <p:nvPr/>
        </p:nvSpPr>
        <p:spPr>
          <a:xfrm>
            <a:off x="912400" y="2877554"/>
            <a:ext cx="1423800" cy="8580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1" name="Google Shape;161;p37"/>
          <p:cNvSpPr/>
          <p:nvPr/>
        </p:nvSpPr>
        <p:spPr>
          <a:xfrm>
            <a:off x="2336200" y="2877550"/>
            <a:ext cx="5889300" cy="858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2" name="Google Shape;162;p37"/>
          <p:cNvSpPr/>
          <p:nvPr/>
        </p:nvSpPr>
        <p:spPr>
          <a:xfrm>
            <a:off x="0" y="0"/>
            <a:ext cx="726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63" name="Google Shape;163;p37"/>
          <p:cNvGrpSpPr/>
          <p:nvPr/>
        </p:nvGrpSpPr>
        <p:grpSpPr>
          <a:xfrm>
            <a:off x="0" y="-42"/>
            <a:ext cx="67800" cy="5143466"/>
            <a:chOff x="0" y="-42"/>
            <a:chExt cx="67800" cy="5143466"/>
          </a:xfrm>
        </p:grpSpPr>
        <p:sp>
          <p:nvSpPr>
            <p:cNvPr id="164" name="Google Shape;164;p37"/>
            <p:cNvSpPr/>
            <p:nvPr/>
          </p:nvSpPr>
          <p:spPr>
            <a:xfrm>
              <a:off x="0" y="-42"/>
              <a:ext cx="67800" cy="995400"/>
            </a:xfrm>
            <a:prstGeom prst="rect">
              <a:avLst/>
            </a:prstGeom>
            <a:solidFill>
              <a:srgbClr val="CCCCC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5" name="Google Shape;165;p37"/>
            <p:cNvSpPr/>
            <p:nvPr/>
          </p:nvSpPr>
          <p:spPr>
            <a:xfrm>
              <a:off x="0" y="995324"/>
              <a:ext cx="67800" cy="4148100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E099381-70D1-B89D-B00A-412D6EBEFE33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mtClean="0"/>
              <a:t>1</a:t>
            </a:fld>
            <a:endParaRPr lang="en-GB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38"/>
          <p:cNvSpPr/>
          <p:nvPr/>
        </p:nvSpPr>
        <p:spPr>
          <a:xfrm>
            <a:off x="915450" y="4394904"/>
            <a:ext cx="1423800" cy="8580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1" name="Google Shape;171;p38"/>
          <p:cNvSpPr/>
          <p:nvPr/>
        </p:nvSpPr>
        <p:spPr>
          <a:xfrm>
            <a:off x="2339250" y="4394900"/>
            <a:ext cx="5889300" cy="858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2" name="Google Shape;172;p38"/>
          <p:cNvSpPr/>
          <p:nvPr/>
        </p:nvSpPr>
        <p:spPr>
          <a:xfrm>
            <a:off x="0" y="0"/>
            <a:ext cx="726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73" name="Google Shape;173;p38"/>
          <p:cNvGrpSpPr/>
          <p:nvPr/>
        </p:nvGrpSpPr>
        <p:grpSpPr>
          <a:xfrm>
            <a:off x="2532623" y="3219184"/>
            <a:ext cx="405096" cy="405096"/>
            <a:chOff x="7781800" y="2472275"/>
            <a:chExt cx="701100" cy="701100"/>
          </a:xfrm>
        </p:grpSpPr>
        <p:sp>
          <p:nvSpPr>
            <p:cNvPr id="174" name="Google Shape;174;p38"/>
            <p:cNvSpPr/>
            <p:nvPr/>
          </p:nvSpPr>
          <p:spPr>
            <a:xfrm>
              <a:off x="7781800" y="2472275"/>
              <a:ext cx="701100" cy="701100"/>
            </a:xfrm>
            <a:prstGeom prst="ellipse">
              <a:avLst/>
            </a:prstGeom>
            <a:solidFill>
              <a:srgbClr val="DB393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5" name="Google Shape;175;p38"/>
            <p:cNvSpPr/>
            <p:nvPr/>
          </p:nvSpPr>
          <p:spPr>
            <a:xfrm>
              <a:off x="7860550" y="2551025"/>
              <a:ext cx="543600" cy="54360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176" name="Google Shape;176;p38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8064100" y="2585153"/>
              <a:ext cx="136500" cy="481542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77" name="Google Shape;177;p38"/>
          <p:cNvGrpSpPr/>
          <p:nvPr/>
        </p:nvGrpSpPr>
        <p:grpSpPr>
          <a:xfrm>
            <a:off x="3692485" y="3219168"/>
            <a:ext cx="405096" cy="405096"/>
            <a:chOff x="3692485" y="3219168"/>
            <a:chExt cx="405096" cy="405096"/>
          </a:xfrm>
        </p:grpSpPr>
        <p:sp>
          <p:nvSpPr>
            <p:cNvPr id="178" name="Google Shape;178;p38"/>
            <p:cNvSpPr/>
            <p:nvPr/>
          </p:nvSpPr>
          <p:spPr>
            <a:xfrm>
              <a:off x="3692485" y="3219168"/>
              <a:ext cx="405096" cy="405096"/>
            </a:xfrm>
            <a:prstGeom prst="ellipse">
              <a:avLst/>
            </a:prstGeom>
            <a:solidFill>
              <a:srgbClr val="93C4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9" name="Google Shape;179;p38"/>
            <p:cNvSpPr/>
            <p:nvPr/>
          </p:nvSpPr>
          <p:spPr>
            <a:xfrm>
              <a:off x="3739634" y="3266317"/>
              <a:ext cx="310799" cy="310799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80" name="Google Shape;180;p38"/>
            <p:cNvGrpSpPr/>
            <p:nvPr/>
          </p:nvGrpSpPr>
          <p:grpSpPr>
            <a:xfrm>
              <a:off x="3870592" y="3286077"/>
              <a:ext cx="48882" cy="271277"/>
              <a:chOff x="678425" y="581817"/>
              <a:chExt cx="84600" cy="469500"/>
            </a:xfrm>
          </p:grpSpPr>
          <p:sp>
            <p:nvSpPr>
              <p:cNvPr id="181" name="Google Shape;181;p38"/>
              <p:cNvSpPr/>
              <p:nvPr/>
            </p:nvSpPr>
            <p:spPr>
              <a:xfrm>
                <a:off x="678425" y="581817"/>
                <a:ext cx="84600" cy="84600"/>
              </a:xfrm>
              <a:prstGeom prst="rect">
                <a:avLst/>
              </a:prstGeom>
              <a:solidFill>
                <a:srgbClr val="93C47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2" name="Google Shape;182;p38"/>
              <p:cNvSpPr/>
              <p:nvPr/>
            </p:nvSpPr>
            <p:spPr>
              <a:xfrm>
                <a:off x="678425" y="696717"/>
                <a:ext cx="84600" cy="354600"/>
              </a:xfrm>
              <a:prstGeom prst="rect">
                <a:avLst/>
              </a:prstGeom>
              <a:solidFill>
                <a:srgbClr val="93C47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pic>
        <p:nvPicPr>
          <p:cNvPr id="183" name="Google Shape;183;p38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955584" y="3232725"/>
            <a:ext cx="898400" cy="477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4" name="Google Shape;184;p38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809510" y="3219150"/>
            <a:ext cx="434169" cy="405125"/>
          </a:xfrm>
          <a:prstGeom prst="rect">
            <a:avLst/>
          </a:prstGeom>
          <a:noFill/>
          <a:ln>
            <a:noFill/>
          </a:ln>
        </p:spPr>
      </p:pic>
      <p:sp>
        <p:nvSpPr>
          <p:cNvPr id="185" name="Google Shape;185;p38"/>
          <p:cNvSpPr txBox="1"/>
          <p:nvPr/>
        </p:nvSpPr>
        <p:spPr>
          <a:xfrm>
            <a:off x="2215400" y="3701825"/>
            <a:ext cx="1002900" cy="29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GB" sz="1100" b="0" i="0" u="none" strike="noStrike" cap="none">
                <a:solidFill>
                  <a:srgbClr val="434343"/>
                </a:solidFill>
                <a:latin typeface="Calibri"/>
                <a:ea typeface="Calibri"/>
                <a:cs typeface="Calibri"/>
                <a:sym typeface="Calibri"/>
              </a:rPr>
              <a:t>Error/ Warning</a:t>
            </a:r>
            <a:endParaRPr sz="1100" b="0" i="0" u="none" strike="noStrike" cap="none">
              <a:solidFill>
                <a:srgbClr val="43434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38"/>
          <p:cNvSpPr txBox="1"/>
          <p:nvPr/>
        </p:nvSpPr>
        <p:spPr>
          <a:xfrm>
            <a:off x="3462437" y="3701825"/>
            <a:ext cx="865200" cy="29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GB" sz="1100" b="0" i="0" u="none" strike="noStrike" cap="none">
                <a:solidFill>
                  <a:srgbClr val="434343"/>
                </a:solidFill>
                <a:latin typeface="Calibri"/>
                <a:ea typeface="Calibri"/>
                <a:cs typeface="Calibri"/>
                <a:sym typeface="Calibri"/>
              </a:rPr>
              <a:t>Information</a:t>
            </a:r>
            <a:endParaRPr sz="1100" b="0" i="0" u="none" strike="noStrike" cap="none">
              <a:solidFill>
                <a:srgbClr val="43434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38"/>
          <p:cNvSpPr txBox="1"/>
          <p:nvPr/>
        </p:nvSpPr>
        <p:spPr>
          <a:xfrm>
            <a:off x="4658548" y="3701825"/>
            <a:ext cx="762900" cy="29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GB" sz="1100" b="0" i="0" u="none" strike="noStrike" cap="none">
                <a:solidFill>
                  <a:srgbClr val="434343"/>
                </a:solidFill>
                <a:latin typeface="Calibri"/>
                <a:ea typeface="Calibri"/>
                <a:cs typeface="Calibri"/>
                <a:sym typeface="Calibri"/>
              </a:rPr>
              <a:t>Flashback</a:t>
            </a:r>
            <a:endParaRPr sz="1100" b="0" i="0" u="none" strike="noStrike" cap="none">
              <a:solidFill>
                <a:srgbClr val="43434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38"/>
          <p:cNvSpPr txBox="1"/>
          <p:nvPr/>
        </p:nvSpPr>
        <p:spPr>
          <a:xfrm>
            <a:off x="5880987" y="3701825"/>
            <a:ext cx="1047600" cy="29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GB" sz="1100" b="0" i="0" u="none" strike="noStrike" cap="none">
                <a:solidFill>
                  <a:srgbClr val="434343"/>
                </a:solidFill>
                <a:latin typeface="Calibri"/>
                <a:ea typeface="Calibri"/>
                <a:cs typeface="Calibri"/>
                <a:sym typeface="Calibri"/>
              </a:rPr>
              <a:t>Class Exercise</a:t>
            </a:r>
            <a:endParaRPr sz="1100" b="0" i="0" u="none" strike="noStrike" cap="none">
              <a:solidFill>
                <a:srgbClr val="43434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F667AA3-43A5-D330-5553-2A5DE670C3A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mtClean="0"/>
              <a:t>2</a:t>
            </a:fld>
            <a:endParaRPr lang="en-GB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39"/>
          <p:cNvSpPr txBox="1">
            <a:spLocks noGrp="1"/>
          </p:cNvSpPr>
          <p:nvPr>
            <p:ph type="ctrTitle"/>
          </p:nvPr>
        </p:nvSpPr>
        <p:spPr>
          <a:xfrm>
            <a:off x="360000" y="1870800"/>
            <a:ext cx="8555100" cy="79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</a:pPr>
            <a:r>
              <a:rPr lang="en-GB" sz="35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Python Variables &amp; Data Types</a:t>
            </a:r>
            <a:endParaRPr sz="35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39"/>
          <p:cNvSpPr txBox="1">
            <a:spLocks noGrp="1"/>
          </p:cNvSpPr>
          <p:nvPr>
            <p:ph type="subTitle" idx="1"/>
          </p:nvPr>
        </p:nvSpPr>
        <p:spPr>
          <a:xfrm>
            <a:off x="360000" y="2664300"/>
            <a:ext cx="8518200" cy="67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</a:pPr>
            <a:r>
              <a:rPr lang="en-GB" sz="3000">
                <a:latin typeface="Calibri"/>
                <a:ea typeface="Calibri"/>
                <a:cs typeface="Calibri"/>
                <a:sym typeface="Calibri"/>
              </a:rPr>
              <a:t>Variables, Data Types, and the Print Function</a:t>
            </a:r>
            <a:endParaRPr sz="30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514991F-891C-C6DE-1445-2298883F60B2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mtClean="0"/>
              <a:t>3</a:t>
            </a:fld>
            <a:endParaRPr lang="en-GB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40"/>
          <p:cNvSpPr txBox="1"/>
          <p:nvPr/>
        </p:nvSpPr>
        <p:spPr>
          <a:xfrm>
            <a:off x="720000" y="2351325"/>
            <a:ext cx="1999500" cy="51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300" tIns="17150" rIns="34300" bIns="1715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GB" sz="35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Variables</a:t>
            </a:r>
            <a:endParaRPr sz="35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CF20B28-755E-3596-9347-030CE379E787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</p:spPr>
        <p:txBody>
          <a:bodyPr/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mtClean="0"/>
              <a:t>4</a:t>
            </a:fld>
            <a:endParaRPr lang="en-GB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41"/>
          <p:cNvSpPr txBox="1"/>
          <p:nvPr/>
        </p:nvSpPr>
        <p:spPr>
          <a:xfrm>
            <a:off x="360000" y="1170000"/>
            <a:ext cx="8689200" cy="86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Char char="●"/>
            </a:pPr>
            <a:r>
              <a:rPr lang="en-GB"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Variables are reserved memory that store data</a:t>
            </a: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34290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rgbClr val="000000"/>
              </a:buClr>
              <a:buSzPts val="1800"/>
              <a:buFont typeface="Calibri"/>
              <a:buChar char="●"/>
            </a:pPr>
            <a:r>
              <a:rPr lang="en-GB"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The assignment operator, =,  is used to assign a value to a variable</a:t>
            </a: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41"/>
          <p:cNvSpPr txBox="1"/>
          <p:nvPr/>
        </p:nvSpPr>
        <p:spPr>
          <a:xfrm>
            <a:off x="295375" y="360000"/>
            <a:ext cx="2993100" cy="33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GB" sz="2600" b="0" i="0" u="none" strike="noStrike" cap="none">
                <a:solidFill>
                  <a:srgbClr val="434343"/>
                </a:solidFill>
                <a:latin typeface="Calibri"/>
                <a:ea typeface="Calibri"/>
                <a:cs typeface="Calibri"/>
                <a:sym typeface="Calibri"/>
              </a:rPr>
              <a:t>Variables</a:t>
            </a:r>
            <a:endParaRPr sz="2600" b="0" i="0" u="none" strike="noStrike" cap="none">
              <a:solidFill>
                <a:srgbClr val="43434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07" name="Google Shape;207;p4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449275" y="2088175"/>
            <a:ext cx="4511150" cy="2802000"/>
          </a:xfrm>
          <a:prstGeom prst="rect">
            <a:avLst/>
          </a:prstGeom>
          <a:noFill/>
          <a:ln w="9525" cap="flat" cmpd="sng">
            <a:solidFill>
              <a:srgbClr val="14B2D6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1751CF7-BDE1-AB7D-FC94-38DAE2C0A8A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mtClean="0"/>
              <a:t>5</a:t>
            </a:fld>
            <a:endParaRPr lang="en-GB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42"/>
          <p:cNvSpPr txBox="1"/>
          <p:nvPr/>
        </p:nvSpPr>
        <p:spPr>
          <a:xfrm>
            <a:off x="360000" y="1170000"/>
            <a:ext cx="8671800" cy="67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Two values are assigned to a single variable. We receive only the second assigned value as the output, since that was the most recent assignment</a:t>
            </a: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42"/>
          <p:cNvSpPr txBox="1"/>
          <p:nvPr/>
        </p:nvSpPr>
        <p:spPr>
          <a:xfrm>
            <a:off x="360000" y="360000"/>
            <a:ext cx="4088100" cy="33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GB" sz="2600" b="0" i="0" u="none" strike="noStrike" cap="none">
                <a:solidFill>
                  <a:srgbClr val="434343"/>
                </a:solidFill>
                <a:latin typeface="Calibri"/>
                <a:ea typeface="Calibri"/>
                <a:cs typeface="Calibri"/>
                <a:sym typeface="Calibri"/>
              </a:rPr>
              <a:t>Reassigning variables</a:t>
            </a:r>
            <a:endParaRPr sz="2600" b="0" i="0" u="none" strike="noStrike" cap="none">
              <a:solidFill>
                <a:srgbClr val="43434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14" name="Google Shape;214;p4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447425" y="2520350"/>
            <a:ext cx="6762750" cy="1876425"/>
          </a:xfrm>
          <a:prstGeom prst="rect">
            <a:avLst/>
          </a:prstGeom>
          <a:noFill/>
          <a:ln w="9525" cap="flat" cmpd="sng">
            <a:solidFill>
              <a:srgbClr val="14B2D6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60A72F9-6DD0-23FE-F966-758A5E195F57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mtClean="0"/>
              <a:t>6</a:t>
            </a:fld>
            <a:endParaRPr lang="en-GB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43"/>
          <p:cNvSpPr txBox="1"/>
          <p:nvPr/>
        </p:nvSpPr>
        <p:spPr>
          <a:xfrm>
            <a:off x="360000" y="1170000"/>
            <a:ext cx="8541300" cy="71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You can assign an existing variable to another new variable. The new variable will not have the value of the previously existing variable.</a:t>
            </a: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43"/>
          <p:cNvSpPr txBox="1"/>
          <p:nvPr/>
        </p:nvSpPr>
        <p:spPr>
          <a:xfrm>
            <a:off x="360000" y="360000"/>
            <a:ext cx="4067100" cy="33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GB" sz="2600" b="0" i="0" u="none" strike="noStrike" cap="none">
                <a:solidFill>
                  <a:srgbClr val="434343"/>
                </a:solidFill>
                <a:latin typeface="Calibri"/>
                <a:ea typeface="Calibri"/>
                <a:cs typeface="Calibri"/>
                <a:sym typeface="Calibri"/>
              </a:rPr>
              <a:t>Reassigning variables</a:t>
            </a:r>
            <a:endParaRPr sz="2600" b="0" i="0" u="none" strike="noStrike" cap="none">
              <a:solidFill>
                <a:srgbClr val="43434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21" name="Google Shape;221;p4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90625" y="2327950"/>
            <a:ext cx="6762750" cy="2419350"/>
          </a:xfrm>
          <a:prstGeom prst="rect">
            <a:avLst/>
          </a:prstGeom>
          <a:noFill/>
          <a:ln w="9525" cap="flat" cmpd="sng">
            <a:solidFill>
              <a:srgbClr val="14B2D6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5C51529-A011-CE4D-9FC3-2C2210BEA38F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mtClean="0"/>
              <a:t>7</a:t>
            </a:fld>
            <a:endParaRPr lang="en-GB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44"/>
          <p:cNvSpPr txBox="1"/>
          <p:nvPr/>
        </p:nvSpPr>
        <p:spPr>
          <a:xfrm>
            <a:off x="360000" y="360000"/>
            <a:ext cx="5627100" cy="33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GB" sz="2600" b="0" i="0" u="none" strike="noStrike" cap="none">
                <a:solidFill>
                  <a:srgbClr val="434343"/>
                </a:solidFill>
                <a:latin typeface="Calibri"/>
                <a:ea typeface="Calibri"/>
                <a:cs typeface="Calibri"/>
                <a:sym typeface="Calibri"/>
              </a:rPr>
              <a:t>Multiple variables assignment</a:t>
            </a:r>
            <a:endParaRPr sz="2600" b="0" i="0" u="none" strike="noStrike" cap="none">
              <a:solidFill>
                <a:srgbClr val="43434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44"/>
          <p:cNvSpPr txBox="1"/>
          <p:nvPr/>
        </p:nvSpPr>
        <p:spPr>
          <a:xfrm>
            <a:off x="360000" y="1170000"/>
            <a:ext cx="8541300" cy="37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Assign same value to multiple variables</a:t>
            </a: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28" name="Google Shape;228;p4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249275" y="1665075"/>
            <a:ext cx="6762750" cy="3190875"/>
          </a:xfrm>
          <a:prstGeom prst="rect">
            <a:avLst/>
          </a:prstGeom>
          <a:noFill/>
          <a:ln w="9525" cap="flat" cmpd="sng">
            <a:solidFill>
              <a:srgbClr val="14B2D6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0E450AF-C937-D299-0852-F71CF4B171C2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mtClean="0"/>
              <a:t>8</a:t>
            </a:fld>
            <a:endParaRPr lang="en-GB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45"/>
          <p:cNvSpPr txBox="1"/>
          <p:nvPr/>
        </p:nvSpPr>
        <p:spPr>
          <a:xfrm>
            <a:off x="360000" y="360000"/>
            <a:ext cx="5121000" cy="33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GB" sz="2600" b="0" i="0" u="none" strike="noStrike" cap="none">
                <a:solidFill>
                  <a:srgbClr val="434343"/>
                </a:solidFill>
                <a:latin typeface="Calibri"/>
                <a:ea typeface="Calibri"/>
                <a:cs typeface="Calibri"/>
                <a:sym typeface="Calibri"/>
              </a:rPr>
              <a:t>Multiple variable assignment</a:t>
            </a:r>
            <a:endParaRPr sz="2600" b="0" i="0" u="none" strike="noStrike" cap="none">
              <a:solidFill>
                <a:srgbClr val="43434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45"/>
          <p:cNvSpPr txBox="1"/>
          <p:nvPr/>
        </p:nvSpPr>
        <p:spPr>
          <a:xfrm>
            <a:off x="360000" y="1170000"/>
            <a:ext cx="8541300" cy="37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Assign different values to different variables</a:t>
            </a: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35" name="Google Shape;235;p4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249275" y="1681325"/>
            <a:ext cx="6762750" cy="3190875"/>
          </a:xfrm>
          <a:prstGeom prst="rect">
            <a:avLst/>
          </a:prstGeom>
          <a:noFill/>
          <a:ln w="9525" cap="flat" cmpd="sng">
            <a:solidFill>
              <a:srgbClr val="14B2D6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4987006-817F-405E-7886-628CD693803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mtClean="0"/>
              <a:t>9</a:t>
            </a:fld>
            <a:endParaRPr lang="en-GB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46"/>
          <p:cNvSpPr txBox="1"/>
          <p:nvPr/>
        </p:nvSpPr>
        <p:spPr>
          <a:xfrm>
            <a:off x="360000" y="360000"/>
            <a:ext cx="3708600" cy="33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GB" sz="2600" b="0" i="0" u="none" strike="noStrike" cap="none">
                <a:solidFill>
                  <a:srgbClr val="434343"/>
                </a:solidFill>
                <a:latin typeface="Calibri"/>
                <a:ea typeface="Calibri"/>
                <a:cs typeface="Calibri"/>
                <a:sym typeface="Calibri"/>
              </a:rPr>
              <a:t>Data types in python</a:t>
            </a:r>
            <a:endParaRPr sz="2600" b="0" i="0" u="none" strike="noStrike" cap="none">
              <a:solidFill>
                <a:srgbClr val="43434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41" name="Google Shape;241;p4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241100" y="1034951"/>
            <a:ext cx="6966601" cy="3826425"/>
          </a:xfrm>
          <a:prstGeom prst="rect">
            <a:avLst/>
          </a:prstGeom>
          <a:noFill/>
          <a:ln w="9525" cap="flat" cmpd="sng">
            <a:solidFill>
              <a:srgbClr val="14B2D6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99BE2E8-F33B-F018-A900-8748872FE97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mtClean="0"/>
              <a:t>10</a:t>
            </a:fld>
            <a:endParaRPr lang="en-GB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47"/>
          <p:cNvSpPr txBox="1"/>
          <p:nvPr/>
        </p:nvSpPr>
        <p:spPr>
          <a:xfrm>
            <a:off x="360000" y="360000"/>
            <a:ext cx="6805200" cy="33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GB" sz="2600" b="0" i="0" u="none" strike="noStrike" cap="none">
                <a:solidFill>
                  <a:srgbClr val="434343"/>
                </a:solidFill>
                <a:latin typeface="Calibri"/>
                <a:ea typeface="Calibri"/>
                <a:cs typeface="Calibri"/>
                <a:sym typeface="Calibri"/>
              </a:rPr>
              <a:t>We cover the following data types in this session</a:t>
            </a:r>
            <a:endParaRPr sz="2600" b="0" i="0" u="none" strike="noStrike" cap="none">
              <a:solidFill>
                <a:srgbClr val="43434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47" name="Google Shape;247;p4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241100" y="1034951"/>
            <a:ext cx="6966601" cy="3826425"/>
          </a:xfrm>
          <a:prstGeom prst="rect">
            <a:avLst/>
          </a:prstGeom>
          <a:noFill/>
          <a:ln w="9525" cap="flat" cmpd="sng">
            <a:solidFill>
              <a:srgbClr val="14B2D6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248" name="Google Shape;248;p47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266893" y="2465138"/>
            <a:ext cx="204474" cy="213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49" name="Google Shape;249;p47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511118" y="2465138"/>
            <a:ext cx="204474" cy="213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50" name="Google Shape;250;p47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755343" y="2465138"/>
            <a:ext cx="204474" cy="213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51" name="Google Shape;251;p47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382893" y="3488125"/>
            <a:ext cx="204474" cy="213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52" name="Google Shape;252;p47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625118" y="3488125"/>
            <a:ext cx="204474" cy="213225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5760334-E724-10CC-BB27-83622CEBC002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mtClean="0"/>
              <a:t>11</a:t>
            </a:fld>
            <a:endParaRPr lang="en-GB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48"/>
          <p:cNvSpPr txBox="1"/>
          <p:nvPr/>
        </p:nvSpPr>
        <p:spPr>
          <a:xfrm>
            <a:off x="360000" y="1170000"/>
            <a:ext cx="8519700" cy="160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457200" marR="0" lvl="0" indent="-342900" algn="l" rtl="0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●"/>
            </a:pPr>
            <a:r>
              <a:rPr lang="en-GB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String variables are created using single or double quotes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Char char="●"/>
            </a:pPr>
            <a:r>
              <a:rPr lang="en-GB"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String variables are variables that hold zero or more characters such as letters, numbers, spaces, commas and other characters </a:t>
            </a: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●"/>
            </a:pPr>
            <a:r>
              <a:rPr lang="en-GB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Use type(variable name) to check the data type of the defined variable</a:t>
            </a: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" name="Google Shape;258;p48"/>
          <p:cNvSpPr txBox="1"/>
          <p:nvPr/>
        </p:nvSpPr>
        <p:spPr>
          <a:xfrm>
            <a:off x="360000" y="360000"/>
            <a:ext cx="3898500" cy="33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GB" sz="2600" b="0" i="0" u="none" strike="noStrike" cap="none">
                <a:solidFill>
                  <a:srgbClr val="434343"/>
                </a:solidFill>
                <a:latin typeface="Calibri"/>
                <a:ea typeface="Calibri"/>
                <a:cs typeface="Calibri"/>
                <a:sym typeface="Calibri"/>
              </a:rPr>
              <a:t>Creating string variables</a:t>
            </a:r>
            <a:endParaRPr sz="2600" b="0" i="0" u="none" strike="noStrike" cap="none">
              <a:solidFill>
                <a:srgbClr val="43434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59" name="Google Shape;259;p4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238475" y="3045725"/>
            <a:ext cx="6762750" cy="1400175"/>
          </a:xfrm>
          <a:prstGeom prst="rect">
            <a:avLst/>
          </a:prstGeom>
          <a:noFill/>
          <a:ln w="9525" cap="flat" cmpd="sng">
            <a:solidFill>
              <a:srgbClr val="14B2D6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5572919-3E63-EE8B-40FC-45B7B43AB1D9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mtClean="0"/>
              <a:t>12</a:t>
            </a:fld>
            <a:endParaRPr lang="en-GB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49"/>
          <p:cNvSpPr txBox="1"/>
          <p:nvPr/>
        </p:nvSpPr>
        <p:spPr>
          <a:xfrm>
            <a:off x="360000" y="1170000"/>
            <a:ext cx="8550000" cy="67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Char char="●"/>
            </a:pPr>
            <a:r>
              <a:rPr lang="en-GB"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 numeric variable is one that takes on any value within a finite or infinite interval</a:t>
            </a: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Char char="●"/>
            </a:pPr>
            <a:r>
              <a:rPr lang="en-GB"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Numeric data types: integer and float</a:t>
            </a: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5" name="Google Shape;265;p49"/>
          <p:cNvSpPr txBox="1"/>
          <p:nvPr/>
        </p:nvSpPr>
        <p:spPr>
          <a:xfrm>
            <a:off x="360000" y="360000"/>
            <a:ext cx="4267200" cy="33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GB" sz="2600" b="0" i="0" u="none" strike="noStrike" cap="none">
                <a:solidFill>
                  <a:srgbClr val="434343"/>
                </a:solidFill>
                <a:latin typeface="Calibri"/>
                <a:ea typeface="Calibri"/>
                <a:cs typeface="Calibri"/>
                <a:sym typeface="Calibri"/>
              </a:rPr>
              <a:t>Creating numeric variables</a:t>
            </a:r>
            <a:endParaRPr sz="2600" b="0" i="0" u="none" strike="noStrike" cap="none">
              <a:solidFill>
                <a:srgbClr val="43434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66" name="Google Shape;266;p4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470038" y="1935175"/>
            <a:ext cx="6329925" cy="2924250"/>
          </a:xfrm>
          <a:prstGeom prst="rect">
            <a:avLst/>
          </a:prstGeom>
          <a:noFill/>
          <a:ln w="9525" cap="flat" cmpd="sng">
            <a:solidFill>
              <a:srgbClr val="14B2D6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276904C-300A-433D-1EB4-E9F4C8B3623B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mtClean="0"/>
              <a:t>13</a:t>
            </a:fld>
            <a:endParaRPr lang="en-GB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50"/>
          <p:cNvSpPr txBox="1"/>
          <p:nvPr/>
        </p:nvSpPr>
        <p:spPr>
          <a:xfrm>
            <a:off x="360000" y="1170000"/>
            <a:ext cx="8562600" cy="43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Boolean variables can have only two possible values: True and False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" name="Google Shape;272;p50"/>
          <p:cNvSpPr txBox="1"/>
          <p:nvPr/>
        </p:nvSpPr>
        <p:spPr>
          <a:xfrm>
            <a:off x="360000" y="360000"/>
            <a:ext cx="4320000" cy="33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GB" sz="2600" b="0" i="0" u="none" strike="noStrike" cap="none">
                <a:solidFill>
                  <a:srgbClr val="434343"/>
                </a:solidFill>
                <a:latin typeface="Calibri"/>
                <a:ea typeface="Calibri"/>
                <a:cs typeface="Calibri"/>
                <a:sym typeface="Calibri"/>
              </a:rPr>
              <a:t>Creating boolean variables</a:t>
            </a:r>
            <a:endParaRPr sz="2600" b="0" i="0" u="none" strike="noStrike" cap="none">
              <a:solidFill>
                <a:srgbClr val="43434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73" name="Google Shape;273;p5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429013" y="1638300"/>
            <a:ext cx="6285974" cy="3213825"/>
          </a:xfrm>
          <a:prstGeom prst="rect">
            <a:avLst/>
          </a:prstGeom>
          <a:noFill/>
          <a:ln w="9525" cap="flat" cmpd="sng">
            <a:solidFill>
              <a:srgbClr val="14B2D6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17FADA5-00E3-467B-7FE3-D60436CE456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mtClean="0"/>
              <a:t>14</a:t>
            </a:fld>
            <a:endParaRPr lang="en-GB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51"/>
          <p:cNvSpPr txBox="1"/>
          <p:nvPr/>
        </p:nvSpPr>
        <p:spPr>
          <a:xfrm>
            <a:off x="360000" y="1170000"/>
            <a:ext cx="8562600" cy="43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[del] keyword can be used to delete a variable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9" name="Google Shape;279;p51"/>
          <p:cNvSpPr txBox="1"/>
          <p:nvPr/>
        </p:nvSpPr>
        <p:spPr>
          <a:xfrm>
            <a:off x="360000" y="360000"/>
            <a:ext cx="4320000" cy="33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GB" sz="2600" b="0" i="0" u="none" strike="noStrike" cap="none">
                <a:solidFill>
                  <a:srgbClr val="434343"/>
                </a:solidFill>
                <a:latin typeface="Calibri"/>
                <a:ea typeface="Calibri"/>
                <a:cs typeface="Calibri"/>
                <a:sym typeface="Calibri"/>
              </a:rPr>
              <a:t>Deleting variables</a:t>
            </a:r>
            <a:endParaRPr sz="2600" b="0" i="0" u="none" strike="noStrike" cap="none">
              <a:solidFill>
                <a:srgbClr val="43434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80" name="Google Shape;280;p5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819963" y="1638225"/>
            <a:ext cx="5642668" cy="3234600"/>
          </a:xfrm>
          <a:prstGeom prst="rect">
            <a:avLst/>
          </a:prstGeom>
          <a:noFill/>
          <a:ln w="9525" cap="flat" cmpd="sng">
            <a:solidFill>
              <a:srgbClr val="14B2D6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281" name="Google Shape;281;p51"/>
          <p:cNvSpPr/>
          <p:nvPr/>
        </p:nvSpPr>
        <p:spPr>
          <a:xfrm>
            <a:off x="6772200" y="4261300"/>
            <a:ext cx="2150400" cy="661800"/>
          </a:xfrm>
          <a:prstGeom prst="bracketPair">
            <a:avLst/>
          </a:prstGeom>
          <a:solidFill>
            <a:schemeClr val="lt1"/>
          </a:solidFill>
          <a:ln w="9525" cap="flat" cmpd="sng">
            <a:solidFill>
              <a:srgbClr val="14B2D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100">
                <a:solidFill>
                  <a:srgbClr val="14B2D6"/>
                </a:solidFill>
                <a:latin typeface="Calibri"/>
                <a:ea typeface="Calibri"/>
                <a:cs typeface="Calibri"/>
                <a:sym typeface="Calibri"/>
              </a:rPr>
              <a:t>Because this variable is already deleted, it throws error when we try to print it.</a:t>
            </a:r>
            <a:endParaRPr sz="1100">
              <a:solidFill>
                <a:srgbClr val="14B2D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BAD8E38-B3A0-F773-C9FE-0D60915323C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mtClean="0"/>
              <a:t>15</a:t>
            </a:fld>
            <a:endParaRPr lang="en-GB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p52"/>
          <p:cNvSpPr txBox="1"/>
          <p:nvPr/>
        </p:nvSpPr>
        <p:spPr>
          <a:xfrm>
            <a:off x="360000" y="1028700"/>
            <a:ext cx="8357700" cy="46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Python supports conversion of one data type to another using various built-in functions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7" name="Google Shape;287;p52"/>
          <p:cNvSpPr txBox="1"/>
          <p:nvPr/>
        </p:nvSpPr>
        <p:spPr>
          <a:xfrm>
            <a:off x="360000" y="360000"/>
            <a:ext cx="4320000" cy="33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GB" sz="2600" b="0" i="0" u="none" strike="noStrike" cap="none">
                <a:solidFill>
                  <a:srgbClr val="434343"/>
                </a:solidFill>
                <a:latin typeface="Calibri"/>
                <a:ea typeface="Calibri"/>
                <a:cs typeface="Calibri"/>
                <a:sym typeface="Calibri"/>
              </a:rPr>
              <a:t>Data type conversion</a:t>
            </a:r>
            <a:endParaRPr sz="2600" b="0" i="0" u="none" strike="noStrike" cap="none">
              <a:solidFill>
                <a:srgbClr val="43434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88" name="Google Shape;288;p5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775831" y="2495625"/>
            <a:ext cx="3592326" cy="1538850"/>
          </a:xfrm>
          <a:prstGeom prst="rect">
            <a:avLst/>
          </a:prstGeom>
          <a:noFill/>
          <a:ln>
            <a:noFill/>
          </a:ln>
        </p:spPr>
      </p:pic>
      <p:sp>
        <p:nvSpPr>
          <p:cNvPr id="289" name="Google Shape;289;p52"/>
          <p:cNvSpPr txBox="1"/>
          <p:nvPr/>
        </p:nvSpPr>
        <p:spPr>
          <a:xfrm>
            <a:off x="360000" y="2443225"/>
            <a:ext cx="2173500" cy="149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 b="1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Explicit Conversion:</a:t>
            </a:r>
            <a:r>
              <a:rPr lang="en-GB"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Conversion that is user-defined that forces an expression to be of specific data type</a:t>
            </a: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0" name="Google Shape;290;p52"/>
          <p:cNvSpPr txBox="1"/>
          <p:nvPr/>
        </p:nvSpPr>
        <p:spPr>
          <a:xfrm>
            <a:off x="6704575" y="2400582"/>
            <a:ext cx="2231700" cy="149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GB" sz="18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Implicit Conversion:</a:t>
            </a:r>
            <a:r>
              <a:rPr lang="en-GB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Conversion done by Python interpreter with programmer’s intervention</a:t>
            </a:r>
            <a:endParaRPr sz="1800" b="1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EE79747-5F23-9EA4-DB7F-584F3ACCB491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mtClean="0"/>
              <a:t>16</a:t>
            </a:fld>
            <a:endParaRPr lang="en-GB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5" name="Google Shape;295;p5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521375" y="1935700"/>
            <a:ext cx="6101250" cy="2667683"/>
          </a:xfrm>
          <a:prstGeom prst="rect">
            <a:avLst/>
          </a:prstGeom>
          <a:noFill/>
          <a:ln w="9525" cap="flat" cmpd="sng">
            <a:solidFill>
              <a:srgbClr val="14B2D6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296" name="Google Shape;296;p53"/>
          <p:cNvSpPr txBox="1"/>
          <p:nvPr/>
        </p:nvSpPr>
        <p:spPr>
          <a:xfrm>
            <a:off x="360000" y="1170000"/>
            <a:ext cx="8662500" cy="44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Implicit conversion is done by Python interpreter </a:t>
            </a:r>
            <a:r>
              <a:rPr lang="en-GB" sz="1800" b="0" i="1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without</a:t>
            </a:r>
            <a:r>
              <a:rPr lang="en-GB"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programmer’s intervention</a:t>
            </a: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7" name="Google Shape;297;p53"/>
          <p:cNvSpPr txBox="1"/>
          <p:nvPr/>
        </p:nvSpPr>
        <p:spPr>
          <a:xfrm>
            <a:off x="360000" y="360000"/>
            <a:ext cx="4320000" cy="33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GB" sz="2600" b="0" i="0" u="none" strike="noStrike" cap="none">
                <a:solidFill>
                  <a:srgbClr val="434343"/>
                </a:solidFill>
                <a:latin typeface="Calibri"/>
                <a:ea typeface="Calibri"/>
                <a:cs typeface="Calibri"/>
                <a:sym typeface="Calibri"/>
              </a:rPr>
              <a:t>Implicit conversion</a:t>
            </a:r>
            <a:endParaRPr sz="2600" b="0" i="0" u="none" strike="noStrike" cap="none">
              <a:solidFill>
                <a:srgbClr val="43434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8" name="Google Shape;298;p53"/>
          <p:cNvSpPr/>
          <p:nvPr/>
        </p:nvSpPr>
        <p:spPr>
          <a:xfrm>
            <a:off x="6201575" y="3820200"/>
            <a:ext cx="2721000" cy="960900"/>
          </a:xfrm>
          <a:prstGeom prst="bracketPair">
            <a:avLst/>
          </a:prstGeom>
          <a:solidFill>
            <a:schemeClr val="lt1"/>
          </a:solidFill>
          <a:ln w="9525" cap="flat" cmpd="sng">
            <a:solidFill>
              <a:srgbClr val="14B2D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Note: The total_cost is by default a float variable in order to accommodate the decimal places of the price_per_unit variable. This is an example of implicit conversion.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2C0F527-7B7D-2FA6-A0FF-2E49083946F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mtClean="0"/>
              <a:t>17</a:t>
            </a:fld>
            <a:endParaRPr lang="en-GB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3" name="Google Shape;303;p5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69988" y="1935700"/>
            <a:ext cx="5884175" cy="2614267"/>
          </a:xfrm>
          <a:prstGeom prst="rect">
            <a:avLst/>
          </a:prstGeom>
          <a:noFill/>
          <a:ln w="9525" cap="flat" cmpd="sng">
            <a:solidFill>
              <a:srgbClr val="14B2D6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304" name="Google Shape;304;p54"/>
          <p:cNvSpPr txBox="1"/>
          <p:nvPr/>
        </p:nvSpPr>
        <p:spPr>
          <a:xfrm>
            <a:off x="1170000" y="696600"/>
            <a:ext cx="7906200" cy="51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GB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Explicit conversion is done by Python interpreter </a:t>
            </a:r>
            <a:r>
              <a:rPr lang="en-GB" sz="1800" b="0" i="1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with</a:t>
            </a:r>
            <a:r>
              <a:rPr lang="en-GB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programmer’s intervention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305" name="Google Shape;305;p54"/>
          <p:cNvGrpSpPr/>
          <p:nvPr/>
        </p:nvGrpSpPr>
        <p:grpSpPr>
          <a:xfrm>
            <a:off x="360000" y="468900"/>
            <a:ext cx="701100" cy="701100"/>
            <a:chOff x="7781800" y="2472275"/>
            <a:chExt cx="701100" cy="701100"/>
          </a:xfrm>
        </p:grpSpPr>
        <p:sp>
          <p:nvSpPr>
            <p:cNvPr id="306" name="Google Shape;306;p54"/>
            <p:cNvSpPr/>
            <p:nvPr/>
          </p:nvSpPr>
          <p:spPr>
            <a:xfrm>
              <a:off x="7781800" y="2472275"/>
              <a:ext cx="701100" cy="701100"/>
            </a:xfrm>
            <a:prstGeom prst="ellipse">
              <a:avLst/>
            </a:prstGeom>
            <a:solidFill>
              <a:srgbClr val="DB393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7" name="Google Shape;307;p54"/>
            <p:cNvSpPr/>
            <p:nvPr/>
          </p:nvSpPr>
          <p:spPr>
            <a:xfrm>
              <a:off x="7860550" y="2551025"/>
              <a:ext cx="543600" cy="54360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308" name="Google Shape;308;p54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8064100" y="2585153"/>
              <a:ext cx="136500" cy="481542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309" name="Google Shape;309;p54"/>
          <p:cNvSpPr/>
          <p:nvPr/>
        </p:nvSpPr>
        <p:spPr>
          <a:xfrm>
            <a:off x="6201575" y="3820200"/>
            <a:ext cx="2721000" cy="960900"/>
          </a:xfrm>
          <a:prstGeom prst="bracketPair">
            <a:avLst/>
          </a:prstGeom>
          <a:solidFill>
            <a:schemeClr val="lt1"/>
          </a:solidFill>
          <a:ln w="9525" cap="flat" cmpd="sng">
            <a:solidFill>
              <a:srgbClr val="14B2D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Note: The tax is a string type variable. And is not converted to numeric type data. Hence the addition of price (integer) and tax (string) is not possible. This requires explicit conversion.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4E5F3A1-C889-FEDE-6831-718C8D5B248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mtClean="0"/>
              <a:t>18</a:t>
            </a:fld>
            <a:endParaRPr lang="en-GB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4" name="Google Shape;314;p5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314488" y="1935688"/>
            <a:ext cx="6753225" cy="2257425"/>
          </a:xfrm>
          <a:prstGeom prst="rect">
            <a:avLst/>
          </a:prstGeom>
          <a:noFill/>
          <a:ln w="9525" cap="flat" cmpd="sng">
            <a:solidFill>
              <a:srgbClr val="14B2D6"/>
            </a:solidFill>
            <a:prstDash val="solid"/>
            <a:round/>
            <a:headEnd type="none" w="sm" len="sm"/>
            <a:tailEnd type="none" w="sm" len="sm"/>
          </a:ln>
        </p:spPr>
      </p:pic>
      <p:cxnSp>
        <p:nvCxnSpPr>
          <p:cNvPr id="315" name="Google Shape;315;p55"/>
          <p:cNvCxnSpPr>
            <a:endCxn id="316" idx="0"/>
          </p:cNvCxnSpPr>
          <p:nvPr/>
        </p:nvCxnSpPr>
        <p:spPr>
          <a:xfrm>
            <a:off x="3720525" y="3258100"/>
            <a:ext cx="3322800" cy="118200"/>
          </a:xfrm>
          <a:prstGeom prst="bentConnector2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triangle" w="med" len="med"/>
            <a:tailEnd type="none" w="sm" len="sm"/>
          </a:ln>
        </p:spPr>
      </p:cxnSp>
      <p:sp>
        <p:nvSpPr>
          <p:cNvPr id="316" name="Google Shape;316;p55"/>
          <p:cNvSpPr txBox="1"/>
          <p:nvPr/>
        </p:nvSpPr>
        <p:spPr>
          <a:xfrm>
            <a:off x="6357225" y="3376300"/>
            <a:ext cx="1372200" cy="7074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GB"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Explicit data type conversion using float() function</a:t>
            </a:r>
            <a:endParaRPr sz="12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7" name="Google Shape;317;p55"/>
          <p:cNvSpPr txBox="1"/>
          <p:nvPr/>
        </p:nvSpPr>
        <p:spPr>
          <a:xfrm>
            <a:off x="360000" y="360000"/>
            <a:ext cx="4320000" cy="33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GB" sz="2600" b="0" i="0" u="none" strike="noStrike" cap="none">
                <a:solidFill>
                  <a:srgbClr val="434343"/>
                </a:solidFill>
                <a:latin typeface="Calibri"/>
                <a:ea typeface="Calibri"/>
                <a:cs typeface="Calibri"/>
                <a:sym typeface="Calibri"/>
              </a:rPr>
              <a:t>Explicit conversion</a:t>
            </a:r>
            <a:endParaRPr sz="2600" b="0" i="0" u="none" strike="noStrike" cap="none">
              <a:solidFill>
                <a:srgbClr val="43434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8" name="Google Shape;318;p55"/>
          <p:cNvSpPr txBox="1"/>
          <p:nvPr/>
        </p:nvSpPr>
        <p:spPr>
          <a:xfrm>
            <a:off x="360000" y="1170000"/>
            <a:ext cx="8662200" cy="45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Explicit conversion is done by Python interpreter </a:t>
            </a:r>
            <a:r>
              <a:rPr lang="en-GB" sz="1800" b="0" i="1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with</a:t>
            </a:r>
            <a:r>
              <a:rPr lang="en-GB"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programmer’s intervention.</a:t>
            </a: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57FDA07-33A8-C6D0-320F-42F69EBC367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mtClean="0"/>
              <a:t>19</a:t>
            </a:fld>
            <a:endParaRPr lang="en-GB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p56"/>
          <p:cNvSpPr/>
          <p:nvPr/>
        </p:nvSpPr>
        <p:spPr>
          <a:xfrm>
            <a:off x="3591200" y="1191175"/>
            <a:ext cx="1997100" cy="5283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rgbClr val="14B2D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GB" sz="1400" b="0" i="0" u="none" strike="noStrike" cap="none">
                <a:latin typeface="Avenir"/>
                <a:ea typeface="Avenir"/>
                <a:cs typeface="Avenir"/>
                <a:sym typeface="Avenir"/>
              </a:rPr>
              <a:t>Built-in t</a:t>
            </a:r>
            <a:r>
              <a:rPr lang="en-GB" sz="1400" b="0" i="0" u="none" strike="noStrike" cap="none">
                <a:latin typeface="Calibri"/>
                <a:ea typeface="Calibri"/>
                <a:cs typeface="Calibri"/>
                <a:sym typeface="Calibri"/>
              </a:rPr>
              <a:t>ype-casting functions </a:t>
            </a:r>
            <a:endParaRPr sz="1400" b="0" i="0" u="none" strike="noStrike" cap="none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4" name="Google Shape;324;p56"/>
          <p:cNvSpPr/>
          <p:nvPr/>
        </p:nvSpPr>
        <p:spPr>
          <a:xfrm>
            <a:off x="3088900" y="3424025"/>
            <a:ext cx="933600" cy="5283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rgbClr val="14B2D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GB" sz="1400" b="0" i="0" u="none" strike="noStrike" cap="none">
                <a:latin typeface="Calibri"/>
                <a:ea typeface="Calibri"/>
                <a:cs typeface="Calibri"/>
                <a:sym typeface="Calibri"/>
              </a:rPr>
              <a:t>float()</a:t>
            </a:r>
            <a:endParaRPr sz="1400" b="0" i="0" u="none" strike="noStrike" cap="none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5" name="Google Shape;325;p56"/>
          <p:cNvSpPr/>
          <p:nvPr/>
        </p:nvSpPr>
        <p:spPr>
          <a:xfrm>
            <a:off x="5121475" y="3424025"/>
            <a:ext cx="933600" cy="5283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rgbClr val="14B2D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GB" sz="1400" b="0" i="0" u="none" strike="noStrike" cap="none">
                <a:latin typeface="Calibri"/>
                <a:ea typeface="Calibri"/>
                <a:cs typeface="Calibri"/>
                <a:sym typeface="Calibri"/>
              </a:rPr>
              <a:t>str()</a:t>
            </a:r>
            <a:endParaRPr sz="1400" b="0" i="0" u="none" strike="noStrike" cap="none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6" name="Google Shape;326;p56"/>
          <p:cNvSpPr/>
          <p:nvPr/>
        </p:nvSpPr>
        <p:spPr>
          <a:xfrm>
            <a:off x="7154050" y="3424025"/>
            <a:ext cx="933600" cy="5283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rgbClr val="14B2D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GB" sz="1400" b="0" i="0" u="none" strike="noStrike" cap="none">
                <a:latin typeface="Calibri"/>
                <a:ea typeface="Calibri"/>
                <a:cs typeface="Calibri"/>
                <a:sym typeface="Calibri"/>
              </a:rPr>
              <a:t>bool()</a:t>
            </a:r>
            <a:endParaRPr sz="1400" b="0" i="0" u="none" strike="noStrike" cap="none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7" name="Google Shape;327;p56"/>
          <p:cNvSpPr/>
          <p:nvPr/>
        </p:nvSpPr>
        <p:spPr>
          <a:xfrm>
            <a:off x="1056325" y="3424025"/>
            <a:ext cx="933600" cy="5283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rgbClr val="14B2D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GB" sz="1400" b="0" i="0" u="none" strike="noStrike" cap="none">
                <a:latin typeface="Calibri"/>
                <a:ea typeface="Calibri"/>
                <a:cs typeface="Calibri"/>
                <a:sym typeface="Calibri"/>
              </a:rPr>
              <a:t>int()</a:t>
            </a:r>
            <a:endParaRPr sz="1400" b="0" i="0" u="none" strike="noStrike" cap="none"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28" name="Google Shape;328;p56"/>
          <p:cNvCxnSpPr>
            <a:stCxn id="323" idx="2"/>
            <a:endCxn id="327" idx="0"/>
          </p:cNvCxnSpPr>
          <p:nvPr/>
        </p:nvCxnSpPr>
        <p:spPr>
          <a:xfrm rot="5400000">
            <a:off x="2204150" y="1038475"/>
            <a:ext cx="1704600" cy="3066600"/>
          </a:xfrm>
          <a:prstGeom prst="bentConnector3">
            <a:avLst>
              <a:gd name="adj1" fmla="val 49999"/>
            </a:avLst>
          </a:prstGeom>
          <a:noFill/>
          <a:ln w="19050" cap="flat" cmpd="sng">
            <a:solidFill>
              <a:srgbClr val="14B2D6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329" name="Google Shape;329;p56"/>
          <p:cNvCxnSpPr>
            <a:stCxn id="323" idx="2"/>
            <a:endCxn id="326" idx="0"/>
          </p:cNvCxnSpPr>
          <p:nvPr/>
        </p:nvCxnSpPr>
        <p:spPr>
          <a:xfrm rot="-5400000" flipH="1">
            <a:off x="5253050" y="1056175"/>
            <a:ext cx="1704600" cy="3031200"/>
          </a:xfrm>
          <a:prstGeom prst="bentConnector3">
            <a:avLst>
              <a:gd name="adj1" fmla="val 49999"/>
            </a:avLst>
          </a:prstGeom>
          <a:noFill/>
          <a:ln w="19050" cap="flat" cmpd="sng">
            <a:solidFill>
              <a:srgbClr val="14B2D6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330" name="Google Shape;330;p56"/>
          <p:cNvCxnSpPr>
            <a:stCxn id="323" idx="2"/>
            <a:endCxn id="324" idx="0"/>
          </p:cNvCxnSpPr>
          <p:nvPr/>
        </p:nvCxnSpPr>
        <p:spPr>
          <a:xfrm rot="5400000">
            <a:off x="3220400" y="2054725"/>
            <a:ext cx="1704600" cy="1034100"/>
          </a:xfrm>
          <a:prstGeom prst="bentConnector3">
            <a:avLst>
              <a:gd name="adj1" fmla="val 49999"/>
            </a:avLst>
          </a:prstGeom>
          <a:noFill/>
          <a:ln w="19050" cap="flat" cmpd="sng">
            <a:solidFill>
              <a:srgbClr val="14B2D6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331" name="Google Shape;331;p56"/>
          <p:cNvCxnSpPr>
            <a:stCxn id="323" idx="2"/>
            <a:endCxn id="325" idx="0"/>
          </p:cNvCxnSpPr>
          <p:nvPr/>
        </p:nvCxnSpPr>
        <p:spPr>
          <a:xfrm rot="-5400000" flipH="1">
            <a:off x="4236650" y="2072575"/>
            <a:ext cx="1704600" cy="998400"/>
          </a:xfrm>
          <a:prstGeom prst="bentConnector3">
            <a:avLst>
              <a:gd name="adj1" fmla="val 49999"/>
            </a:avLst>
          </a:prstGeom>
          <a:noFill/>
          <a:ln w="19050" cap="flat" cmpd="sng">
            <a:solidFill>
              <a:srgbClr val="14B2D6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32" name="Google Shape;332;p56"/>
          <p:cNvSpPr txBox="1"/>
          <p:nvPr/>
        </p:nvSpPr>
        <p:spPr>
          <a:xfrm>
            <a:off x="360000" y="360000"/>
            <a:ext cx="4320000" cy="33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GB" sz="2600" b="0" i="0" u="none" strike="noStrike" cap="none">
                <a:solidFill>
                  <a:srgbClr val="434343"/>
                </a:solidFill>
                <a:latin typeface="Calibri"/>
                <a:ea typeface="Calibri"/>
                <a:cs typeface="Calibri"/>
                <a:sym typeface="Calibri"/>
              </a:rPr>
              <a:t>Type casting functions</a:t>
            </a:r>
            <a:endParaRPr sz="2600" b="0" i="0" u="none" strike="noStrike" cap="none">
              <a:solidFill>
                <a:srgbClr val="43434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44CA2D1-4F71-0845-12E7-46D86E354ED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mtClean="0"/>
              <a:t>20</a:t>
            </a:fld>
            <a:endParaRPr lang="en-GB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p57"/>
          <p:cNvSpPr txBox="1"/>
          <p:nvPr/>
        </p:nvSpPr>
        <p:spPr>
          <a:xfrm>
            <a:off x="360000" y="360000"/>
            <a:ext cx="4320000" cy="33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GB" sz="2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Type casting: float to integer</a:t>
            </a:r>
            <a:endParaRPr sz="2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8" name="Google Shape;338;p57"/>
          <p:cNvSpPr txBox="1"/>
          <p:nvPr/>
        </p:nvSpPr>
        <p:spPr>
          <a:xfrm>
            <a:off x="360000" y="1170000"/>
            <a:ext cx="2574300" cy="362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Converting a float variable to integer leads to loss of data.</a:t>
            </a: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Note: The conversion of 120.99 and 10.25 to integer truncates the decimal places. The values are not rounded off.</a:t>
            </a: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39" name="Google Shape;339;p5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005100" y="1026350"/>
            <a:ext cx="5904899" cy="3554326"/>
          </a:xfrm>
          <a:prstGeom prst="rect">
            <a:avLst/>
          </a:prstGeom>
          <a:noFill/>
          <a:ln w="9525" cap="flat" cmpd="sng">
            <a:solidFill>
              <a:srgbClr val="14B2D6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8D005C0-380C-A71E-1DF2-C86664EFE0F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mtClean="0"/>
              <a:t>21</a:t>
            </a:fld>
            <a:endParaRPr lang="en-GB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p58"/>
          <p:cNvSpPr txBox="1"/>
          <p:nvPr/>
        </p:nvSpPr>
        <p:spPr>
          <a:xfrm>
            <a:off x="360000" y="360000"/>
            <a:ext cx="6583500" cy="33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GB" sz="2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Type casting: integer, float to string</a:t>
            </a:r>
            <a:endParaRPr sz="2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5" name="Google Shape;345;p58"/>
          <p:cNvSpPr txBox="1"/>
          <p:nvPr/>
        </p:nvSpPr>
        <p:spPr>
          <a:xfrm>
            <a:off x="360000" y="1170000"/>
            <a:ext cx="2574300" cy="362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Any data can be converted to string type.</a:t>
            </a: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Note the quotes around the values when the variables are printed.</a:t>
            </a: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Note: Once converted to string, these variables cannot be used for computation.</a:t>
            </a: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46" name="Google Shape;346;p5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005100" y="1026350"/>
            <a:ext cx="5904899" cy="3562460"/>
          </a:xfrm>
          <a:prstGeom prst="rect">
            <a:avLst/>
          </a:prstGeom>
          <a:noFill/>
          <a:ln w="9525" cap="flat" cmpd="sng">
            <a:solidFill>
              <a:srgbClr val="14B2D6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BF6EC3A-B6F0-014C-0A9B-8167EA08C9B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mtClean="0"/>
              <a:t>22</a:t>
            </a:fld>
            <a:endParaRPr lang="en-GB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p59"/>
          <p:cNvSpPr txBox="1"/>
          <p:nvPr/>
        </p:nvSpPr>
        <p:spPr>
          <a:xfrm>
            <a:off x="360000" y="360000"/>
            <a:ext cx="6549300" cy="33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GB" sz="2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Type casting: string, integer, float to boolean</a:t>
            </a:r>
            <a:endParaRPr sz="2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2" name="Google Shape;352;p59"/>
          <p:cNvSpPr txBox="1"/>
          <p:nvPr/>
        </p:nvSpPr>
        <p:spPr>
          <a:xfrm>
            <a:off x="360000" y="1170000"/>
            <a:ext cx="3616800" cy="362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Any data can be converted to boolean type.</a:t>
            </a: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Only zero when converted to bool </a:t>
            </a: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type </a:t>
            </a:r>
            <a:r>
              <a:rPr lang="en-GB"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returns a False. Everything else converted to bool returns a True.</a:t>
            </a: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53" name="Google Shape;353;p5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051900" y="783650"/>
            <a:ext cx="4858102" cy="4142100"/>
          </a:xfrm>
          <a:prstGeom prst="rect">
            <a:avLst/>
          </a:prstGeom>
          <a:noFill/>
          <a:ln w="9525" cap="flat" cmpd="sng">
            <a:solidFill>
              <a:srgbClr val="14B2D6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297E05A-374B-C84C-4464-04685646BB4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mtClean="0"/>
              <a:t>23</a:t>
            </a:fld>
            <a:endParaRPr lang="en-GB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Google Shape;358;p60"/>
          <p:cNvSpPr/>
          <p:nvPr/>
        </p:nvSpPr>
        <p:spPr>
          <a:xfrm>
            <a:off x="360375" y="360375"/>
            <a:ext cx="1329300" cy="431700"/>
          </a:xfrm>
          <a:prstGeom prst="wedgeRectCallout">
            <a:avLst>
              <a:gd name="adj1" fmla="val 46243"/>
              <a:gd name="adj2" fmla="val 113059"/>
            </a:avLst>
          </a:prstGeom>
          <a:solidFill>
            <a:srgbClr val="14B2D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GB" sz="2000" b="1" i="0" u="none" strike="noStrike" cap="non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TRY IT</a:t>
            </a:r>
            <a:endParaRPr sz="2000" b="1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359" name="Google Shape;359;p60"/>
          <p:cNvSpPr txBox="1"/>
          <p:nvPr/>
        </p:nvSpPr>
        <p:spPr>
          <a:xfrm>
            <a:off x="360375" y="1530350"/>
            <a:ext cx="8400900" cy="197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Stock price of a company is stored in a variable as </a:t>
            </a: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37</a:t>
            </a:r>
            <a:r>
              <a:rPr lang="en-GB"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.99. After converting the stock price to integer the output will be </a:t>
            </a: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38</a:t>
            </a:r>
            <a:r>
              <a:rPr lang="en-GB"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200400" marR="0" lvl="0" indent="-3429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❏"/>
            </a:pPr>
            <a:r>
              <a:rPr lang="en-GB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True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2004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❏"/>
            </a:pPr>
            <a:r>
              <a:rPr lang="en-GB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False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1360D83-EBAE-332D-5EAA-A4E978697A63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mtClean="0"/>
              <a:t>24</a:t>
            </a:fld>
            <a:endParaRPr lang="en-GB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Google Shape;364;p61"/>
          <p:cNvSpPr/>
          <p:nvPr/>
        </p:nvSpPr>
        <p:spPr>
          <a:xfrm>
            <a:off x="360375" y="360375"/>
            <a:ext cx="1329300" cy="431700"/>
          </a:xfrm>
          <a:prstGeom prst="wedgeRectCallout">
            <a:avLst>
              <a:gd name="adj1" fmla="val 46243"/>
              <a:gd name="adj2" fmla="val 113059"/>
            </a:avLst>
          </a:prstGeom>
          <a:solidFill>
            <a:srgbClr val="14B2D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GB" sz="2000" b="1" i="0" u="none" strike="noStrike" cap="non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TRY IT</a:t>
            </a:r>
            <a:endParaRPr sz="2000" b="1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365" name="Google Shape;365;p61"/>
          <p:cNvSpPr txBox="1"/>
          <p:nvPr/>
        </p:nvSpPr>
        <p:spPr>
          <a:xfrm>
            <a:off x="360375" y="1530350"/>
            <a:ext cx="8400900" cy="197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Add 1.1 and 2.2 and discuss the result.</a:t>
            </a: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3761AE9-18D3-64A6-D7D5-BCA12DC668B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mtClean="0"/>
              <a:t>25</a:t>
            </a:fld>
            <a:endParaRPr lang="en-GB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p62"/>
          <p:cNvSpPr txBox="1"/>
          <p:nvPr/>
        </p:nvSpPr>
        <p:spPr>
          <a:xfrm>
            <a:off x="360000" y="1398600"/>
            <a:ext cx="8662200" cy="45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The decimal module provides support for fast correctly-rounded decimal floating point arithmetic. It offers several advantages over the float data type.</a:t>
            </a: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71" name="Google Shape;371;p6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43013" y="2239325"/>
            <a:ext cx="6657975" cy="2276475"/>
          </a:xfrm>
          <a:prstGeom prst="rect">
            <a:avLst/>
          </a:prstGeom>
          <a:noFill/>
          <a:ln w="9525" cap="flat" cmpd="sng">
            <a:solidFill>
              <a:srgbClr val="14B2D6"/>
            </a:solidFill>
            <a:prstDash val="solid"/>
            <a:round/>
            <a:headEnd type="none" w="sm" len="sm"/>
            <a:tailEnd type="none" w="sm" len="sm"/>
          </a:ln>
        </p:spPr>
      </p:pic>
      <p:grpSp>
        <p:nvGrpSpPr>
          <p:cNvPr id="372" name="Google Shape;372;p62"/>
          <p:cNvGrpSpPr/>
          <p:nvPr/>
        </p:nvGrpSpPr>
        <p:grpSpPr>
          <a:xfrm>
            <a:off x="370175" y="466017"/>
            <a:ext cx="701100" cy="701100"/>
            <a:chOff x="370175" y="466017"/>
            <a:chExt cx="701100" cy="701100"/>
          </a:xfrm>
        </p:grpSpPr>
        <p:sp>
          <p:nvSpPr>
            <p:cNvPr id="373" name="Google Shape;373;p62"/>
            <p:cNvSpPr/>
            <p:nvPr/>
          </p:nvSpPr>
          <p:spPr>
            <a:xfrm>
              <a:off x="370175" y="466017"/>
              <a:ext cx="701100" cy="701100"/>
            </a:xfrm>
            <a:prstGeom prst="ellipse">
              <a:avLst/>
            </a:prstGeom>
            <a:solidFill>
              <a:srgbClr val="93C4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4" name="Google Shape;374;p62"/>
            <p:cNvSpPr/>
            <p:nvPr/>
          </p:nvSpPr>
          <p:spPr>
            <a:xfrm>
              <a:off x="451775" y="547617"/>
              <a:ext cx="537900" cy="53790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375" name="Google Shape;375;p62"/>
            <p:cNvGrpSpPr/>
            <p:nvPr/>
          </p:nvGrpSpPr>
          <p:grpSpPr>
            <a:xfrm>
              <a:off x="678425" y="581817"/>
              <a:ext cx="84600" cy="469500"/>
              <a:chOff x="678425" y="581817"/>
              <a:chExt cx="84600" cy="469500"/>
            </a:xfrm>
          </p:grpSpPr>
          <p:sp>
            <p:nvSpPr>
              <p:cNvPr id="376" name="Google Shape;376;p62"/>
              <p:cNvSpPr/>
              <p:nvPr/>
            </p:nvSpPr>
            <p:spPr>
              <a:xfrm>
                <a:off x="678425" y="581817"/>
                <a:ext cx="84600" cy="84600"/>
              </a:xfrm>
              <a:prstGeom prst="rect">
                <a:avLst/>
              </a:prstGeom>
              <a:solidFill>
                <a:srgbClr val="93C47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77" name="Google Shape;377;p62"/>
              <p:cNvSpPr/>
              <p:nvPr/>
            </p:nvSpPr>
            <p:spPr>
              <a:xfrm>
                <a:off x="678425" y="696717"/>
                <a:ext cx="84600" cy="354600"/>
              </a:xfrm>
              <a:prstGeom prst="rect">
                <a:avLst/>
              </a:prstGeom>
              <a:solidFill>
                <a:srgbClr val="93C47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378" name="Google Shape;378;p62"/>
          <p:cNvSpPr txBox="1"/>
          <p:nvPr/>
        </p:nvSpPr>
        <p:spPr>
          <a:xfrm>
            <a:off x="1170000" y="696600"/>
            <a:ext cx="7214400" cy="51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decimal module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93A8DD0-3442-390E-226D-C833F58C5B9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mtClean="0"/>
              <a:t>26</a:t>
            </a:fld>
            <a:endParaRPr lang="en-GB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Google Shape;384;p63"/>
          <p:cNvSpPr txBox="1"/>
          <p:nvPr/>
        </p:nvSpPr>
        <p:spPr>
          <a:xfrm>
            <a:off x="720000" y="2252850"/>
            <a:ext cx="4613400" cy="63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300" tIns="17150" rIns="34300" bIns="17150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GB" sz="35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What is a function?</a:t>
            </a:r>
            <a:endParaRPr sz="35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C030F4C-6E38-5567-F67B-8FF9460267D3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</p:spPr>
        <p:txBody>
          <a:bodyPr/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mtClean="0"/>
              <a:t>27</a:t>
            </a:fld>
            <a:endParaRPr lang="en-GB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" name="Google Shape;389;p64"/>
          <p:cNvSpPr txBox="1"/>
          <p:nvPr/>
        </p:nvSpPr>
        <p:spPr>
          <a:xfrm>
            <a:off x="578150" y="1151238"/>
            <a:ext cx="4738500" cy="338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Char char="●"/>
            </a:pPr>
            <a:r>
              <a:rPr lang="en-GB"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 function is a block of reusable code that runs when the function is called</a:t>
            </a: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342900" algn="l" rtl="0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Char char="●"/>
            </a:pPr>
            <a:r>
              <a:rPr lang="en-GB"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 function has a name. A function is called by its name</a:t>
            </a: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342900" algn="l" rtl="0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Char char="●"/>
            </a:pPr>
            <a:r>
              <a:rPr lang="en-GB"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 function can take input(s), known as input parameters. Input parameter(a) is/are optional</a:t>
            </a: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342900" algn="l" rtl="0">
              <a:lnSpc>
                <a:spcPct val="114000"/>
              </a:lnSpc>
              <a:spcBef>
                <a:spcPts val="1500"/>
              </a:spcBef>
              <a:spcAft>
                <a:spcPts val="1000"/>
              </a:spcAft>
              <a:buClr>
                <a:srgbClr val="000000"/>
              </a:buClr>
              <a:buSzPts val="1800"/>
              <a:buFont typeface="Calibri"/>
              <a:buChar char="●"/>
            </a:pPr>
            <a:r>
              <a:rPr lang="en-GB"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 function can return data as a result</a:t>
            </a: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0" name="Google Shape;390;p64"/>
          <p:cNvSpPr txBox="1"/>
          <p:nvPr/>
        </p:nvSpPr>
        <p:spPr>
          <a:xfrm>
            <a:off x="360000" y="360000"/>
            <a:ext cx="4320000" cy="33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GB" sz="2600" b="0" i="0" u="none" strike="noStrike" cap="none">
                <a:solidFill>
                  <a:srgbClr val="434343"/>
                </a:solidFill>
                <a:latin typeface="Calibri"/>
                <a:ea typeface="Calibri"/>
                <a:cs typeface="Calibri"/>
                <a:sym typeface="Calibri"/>
              </a:rPr>
              <a:t>What is a function?</a:t>
            </a:r>
            <a:endParaRPr sz="2600" b="0" i="0" u="none" strike="noStrike" cap="none">
              <a:solidFill>
                <a:srgbClr val="43434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91" name="Google Shape;391;p6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910150" y="1909550"/>
            <a:ext cx="2781900" cy="2377750"/>
          </a:xfrm>
          <a:prstGeom prst="rect">
            <a:avLst/>
          </a:prstGeom>
          <a:noFill/>
          <a:ln w="9525" cap="flat" cmpd="sng">
            <a:solidFill>
              <a:srgbClr val="14B2D6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EB6660B-4FE5-F6C1-C15E-859ECBA593BA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mtClean="0"/>
              <a:t>28</a:t>
            </a:fld>
            <a:endParaRPr lang="en-GB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" name="Google Shape;396;p65"/>
          <p:cNvSpPr txBox="1"/>
          <p:nvPr/>
        </p:nvSpPr>
        <p:spPr>
          <a:xfrm>
            <a:off x="360000" y="1170000"/>
            <a:ext cx="8550000" cy="362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4572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Char char="●"/>
            </a:pPr>
            <a:r>
              <a:rPr lang="en-GB"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Types of functions:</a:t>
            </a: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marR="0" lvl="1" indent="-3429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Char char="○"/>
            </a:pPr>
            <a:r>
              <a:rPr lang="en-GB"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Built-in Functions</a:t>
            </a: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marR="0" lvl="1" indent="-3429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Char char="○"/>
            </a:pPr>
            <a:r>
              <a:rPr lang="en-GB"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User-defined Functions</a:t>
            </a: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marR="0" lvl="1" indent="-3429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Char char="○"/>
            </a:pPr>
            <a:r>
              <a:rPr lang="en-GB"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Lambda Functions</a:t>
            </a: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●"/>
            </a:pPr>
            <a:r>
              <a:rPr lang="en-GB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Some of the built-in functions are: 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marR="0" lvl="1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○"/>
            </a:pPr>
            <a:r>
              <a:rPr lang="en-GB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print() - to print the output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marR="0" lvl="1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○"/>
            </a:pPr>
            <a:r>
              <a:rPr lang="en-GB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input() - to take input from user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marR="0" lvl="1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○"/>
            </a:pPr>
            <a:r>
              <a:rPr lang="en-GB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int(), float(), str(), bool() - type casting functions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Built-in functions, user-defined functions and lambda functions are covered in upcoming sessions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7" name="Google Shape;397;p65"/>
          <p:cNvSpPr txBox="1"/>
          <p:nvPr/>
        </p:nvSpPr>
        <p:spPr>
          <a:xfrm>
            <a:off x="360000" y="360000"/>
            <a:ext cx="4320000" cy="33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GB" sz="2600" b="0" i="0" u="none" strike="noStrike" cap="none">
                <a:solidFill>
                  <a:srgbClr val="434343"/>
                </a:solidFill>
                <a:latin typeface="Calibri"/>
                <a:ea typeface="Calibri"/>
                <a:cs typeface="Calibri"/>
                <a:sym typeface="Calibri"/>
              </a:rPr>
              <a:t>What is a function?</a:t>
            </a:r>
            <a:endParaRPr sz="2600" b="0" i="0" u="none" strike="noStrike" cap="none">
              <a:solidFill>
                <a:srgbClr val="43434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86F108D-6CC5-92F9-E9AD-987382C395C3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mtClean="0"/>
              <a:t>29</a:t>
            </a:fld>
            <a:endParaRPr lang="en-GB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3" name="Google Shape;403;p66"/>
          <p:cNvSpPr txBox="1"/>
          <p:nvPr/>
        </p:nvSpPr>
        <p:spPr>
          <a:xfrm>
            <a:off x="720000" y="2253150"/>
            <a:ext cx="5026200" cy="63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300" tIns="17150" rIns="34300" bIns="17150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GB" sz="35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The print() command</a:t>
            </a:r>
            <a:endParaRPr sz="35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A698D05-D7E8-0E8A-E281-2D645DF85AEA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</p:spPr>
        <p:txBody>
          <a:bodyPr/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mtClean="0"/>
              <a:t>30</a:t>
            </a:fld>
            <a:endParaRPr lang="en-GB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8" name="Google Shape;408;p67"/>
          <p:cNvSpPr txBox="1"/>
          <p:nvPr/>
        </p:nvSpPr>
        <p:spPr>
          <a:xfrm>
            <a:off x="360000" y="850075"/>
            <a:ext cx="2562000" cy="393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venir"/>
              <a:buChar char="●"/>
            </a:pPr>
            <a:r>
              <a:rPr lang="en-GB"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The print() function prints the specified variable to the screen</a:t>
            </a: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3429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Char char="●"/>
            </a:pPr>
            <a:r>
              <a:rPr lang="en-GB"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The variable can be a string or any other Python object</a:t>
            </a: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Note</a:t>
            </a: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 t</a:t>
            </a:r>
            <a:r>
              <a:rPr lang="en-GB"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he difference between using and not using the print() in a single cell</a:t>
            </a: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9" name="Google Shape;409;p67"/>
          <p:cNvSpPr txBox="1"/>
          <p:nvPr/>
        </p:nvSpPr>
        <p:spPr>
          <a:xfrm>
            <a:off x="360000" y="322661"/>
            <a:ext cx="4320000" cy="33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GB" sz="2600" b="0" i="0" u="none" strike="noStrike" cap="none">
                <a:solidFill>
                  <a:srgbClr val="434343"/>
                </a:solidFill>
                <a:latin typeface="Calibri"/>
                <a:ea typeface="Calibri"/>
                <a:cs typeface="Calibri"/>
                <a:sym typeface="Calibri"/>
              </a:rPr>
              <a:t>The print() in python</a:t>
            </a:r>
            <a:endParaRPr sz="2600" b="0" i="0" u="none" strike="noStrike" cap="none">
              <a:solidFill>
                <a:srgbClr val="43434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10" name="Google Shape;410;p6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016550" y="777825"/>
            <a:ext cx="5710574" cy="4074500"/>
          </a:xfrm>
          <a:prstGeom prst="rect">
            <a:avLst/>
          </a:prstGeom>
          <a:noFill/>
          <a:ln w="9525" cap="flat" cmpd="sng">
            <a:solidFill>
              <a:srgbClr val="14B2D6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13E1588-8625-3A4F-190E-3F7442640C7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mtClean="0"/>
              <a:t>31</a:t>
            </a:fld>
            <a:endParaRPr lang="en-GB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5" name="Google Shape;415;p6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14425" y="2015238"/>
            <a:ext cx="6915150" cy="2428875"/>
          </a:xfrm>
          <a:prstGeom prst="rect">
            <a:avLst/>
          </a:prstGeom>
          <a:noFill/>
          <a:ln w="9525" cap="flat" cmpd="sng">
            <a:solidFill>
              <a:srgbClr val="14B2D6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416" name="Google Shape;416;p68"/>
          <p:cNvSpPr txBox="1"/>
          <p:nvPr/>
        </p:nvSpPr>
        <p:spPr>
          <a:xfrm>
            <a:off x="236100" y="1170000"/>
            <a:ext cx="8671800" cy="69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venir"/>
              <a:buChar char="●"/>
            </a:pPr>
            <a:r>
              <a:rPr lang="en-GB"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The print() function prints the specified message to the screen</a:t>
            </a: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3429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Char char="●"/>
            </a:pPr>
            <a:r>
              <a:rPr lang="en-GB"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The message can be a string or any other Python object</a:t>
            </a: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7" name="Google Shape;417;p68"/>
          <p:cNvSpPr txBox="1"/>
          <p:nvPr/>
        </p:nvSpPr>
        <p:spPr>
          <a:xfrm>
            <a:off x="6058500" y="2979950"/>
            <a:ext cx="1904400" cy="7374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Strings separated by a comma within a print() function get concatenated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8" name="Google Shape;418;p68"/>
          <p:cNvSpPr txBox="1"/>
          <p:nvPr/>
        </p:nvSpPr>
        <p:spPr>
          <a:xfrm>
            <a:off x="360000" y="360000"/>
            <a:ext cx="4320000" cy="33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GB" sz="2600" b="0" i="0" u="none" strike="noStrike" cap="none">
                <a:solidFill>
                  <a:srgbClr val="434343"/>
                </a:solidFill>
                <a:latin typeface="Calibri"/>
                <a:ea typeface="Calibri"/>
                <a:cs typeface="Calibri"/>
                <a:sym typeface="Calibri"/>
              </a:rPr>
              <a:t>The print() in python</a:t>
            </a:r>
            <a:endParaRPr sz="2600" b="0" i="0" u="none" strike="noStrike" cap="none">
              <a:solidFill>
                <a:srgbClr val="43434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9" name="Google Shape;419;p68"/>
          <p:cNvSpPr txBox="1"/>
          <p:nvPr/>
        </p:nvSpPr>
        <p:spPr>
          <a:xfrm>
            <a:off x="5181025" y="4493725"/>
            <a:ext cx="2781600" cy="5445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With + operator, a numeric variable needs to be converted to a string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20" name="Google Shape;420;p68"/>
          <p:cNvCxnSpPr>
            <a:stCxn id="419" idx="0"/>
          </p:cNvCxnSpPr>
          <p:nvPr/>
        </p:nvCxnSpPr>
        <p:spPr>
          <a:xfrm rot="5400000" flipH="1">
            <a:off x="5349475" y="3271375"/>
            <a:ext cx="619200" cy="1825500"/>
          </a:xfrm>
          <a:prstGeom prst="bentConnector2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421" name="Google Shape;421;p68"/>
          <p:cNvCxnSpPr>
            <a:stCxn id="417" idx="1"/>
          </p:cNvCxnSpPr>
          <p:nvPr/>
        </p:nvCxnSpPr>
        <p:spPr>
          <a:xfrm rot="10800000">
            <a:off x="3818100" y="3348650"/>
            <a:ext cx="22404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6877AFC-E175-3287-D525-5F3A5A5E8D1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mtClean="0"/>
              <a:t>32</a:t>
            </a:fld>
            <a:endParaRPr lang="en-GB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6" name="Google Shape;426;p69"/>
          <p:cNvSpPr txBox="1"/>
          <p:nvPr/>
        </p:nvSpPr>
        <p:spPr>
          <a:xfrm>
            <a:off x="360000" y="1170000"/>
            <a:ext cx="7968300" cy="38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Using escape sequences like “\t” for tab and “\n” for new line</a:t>
            </a: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7" name="Google Shape;427;p69"/>
          <p:cNvSpPr txBox="1"/>
          <p:nvPr/>
        </p:nvSpPr>
        <p:spPr>
          <a:xfrm>
            <a:off x="360000" y="360000"/>
            <a:ext cx="4320000" cy="33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GB" sz="2600" b="0" i="0" u="none" strike="noStrike" cap="none">
                <a:solidFill>
                  <a:srgbClr val="434343"/>
                </a:solidFill>
                <a:latin typeface="Calibri"/>
                <a:ea typeface="Calibri"/>
                <a:cs typeface="Calibri"/>
                <a:sym typeface="Calibri"/>
              </a:rPr>
              <a:t>The print() in python</a:t>
            </a:r>
            <a:endParaRPr sz="2600" b="0" i="0" u="none" strike="noStrike" cap="none">
              <a:solidFill>
                <a:srgbClr val="43434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28" name="Google Shape;428;p6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38525" y="1935700"/>
            <a:ext cx="6866953" cy="2828125"/>
          </a:xfrm>
          <a:prstGeom prst="rect">
            <a:avLst/>
          </a:prstGeom>
          <a:noFill/>
          <a:ln w="9525" cap="flat" cmpd="sng">
            <a:solidFill>
              <a:srgbClr val="14B2D6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7281309-6C1F-109D-3F34-C2E31F7E11A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mtClean="0"/>
              <a:t>33</a:t>
            </a:fld>
            <a:endParaRPr lang="en-GB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3" name="Google Shape;433;p70"/>
          <p:cNvSpPr txBox="1"/>
          <p:nvPr/>
        </p:nvSpPr>
        <p:spPr>
          <a:xfrm>
            <a:off x="1170000" y="696600"/>
            <a:ext cx="5725200" cy="51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GB"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Invalid use of opening and closing quotes is not allowed</a:t>
            </a: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434" name="Google Shape;434;p70"/>
          <p:cNvGrpSpPr/>
          <p:nvPr/>
        </p:nvGrpSpPr>
        <p:grpSpPr>
          <a:xfrm>
            <a:off x="360000" y="468900"/>
            <a:ext cx="701100" cy="701100"/>
            <a:chOff x="7781800" y="2472275"/>
            <a:chExt cx="701100" cy="701100"/>
          </a:xfrm>
        </p:grpSpPr>
        <p:sp>
          <p:nvSpPr>
            <p:cNvPr id="435" name="Google Shape;435;p70"/>
            <p:cNvSpPr/>
            <p:nvPr/>
          </p:nvSpPr>
          <p:spPr>
            <a:xfrm>
              <a:off x="7781800" y="2472275"/>
              <a:ext cx="701100" cy="701100"/>
            </a:xfrm>
            <a:prstGeom prst="ellipse">
              <a:avLst/>
            </a:prstGeom>
            <a:solidFill>
              <a:srgbClr val="DB393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6" name="Google Shape;436;p70"/>
            <p:cNvSpPr/>
            <p:nvPr/>
          </p:nvSpPr>
          <p:spPr>
            <a:xfrm>
              <a:off x="7860550" y="2551025"/>
              <a:ext cx="543600" cy="54360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437" name="Google Shape;437;p70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8064100" y="2585153"/>
              <a:ext cx="136500" cy="481542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438" name="Google Shape;438;p70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114425" y="2396050"/>
            <a:ext cx="6915150" cy="1257300"/>
          </a:xfrm>
          <a:prstGeom prst="rect">
            <a:avLst/>
          </a:prstGeom>
          <a:noFill/>
          <a:ln w="9525" cap="flat" cmpd="sng">
            <a:solidFill>
              <a:srgbClr val="14B2D6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53AE730-EDBE-BD6E-603A-B706B83B1FA2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mtClean="0"/>
              <a:t>34</a:t>
            </a:fld>
            <a:endParaRPr lang="en-GB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3" name="Google Shape;443;p71"/>
          <p:cNvSpPr txBox="1"/>
          <p:nvPr/>
        </p:nvSpPr>
        <p:spPr>
          <a:xfrm>
            <a:off x="360000" y="4071375"/>
            <a:ext cx="8550000" cy="77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GB"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Consider explicit conversion to convert the number to string, in order to join them together</a:t>
            </a: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444" name="Google Shape;444;p71"/>
          <p:cNvGrpSpPr/>
          <p:nvPr/>
        </p:nvGrpSpPr>
        <p:grpSpPr>
          <a:xfrm>
            <a:off x="360000" y="468900"/>
            <a:ext cx="701100" cy="701100"/>
            <a:chOff x="7781800" y="2472275"/>
            <a:chExt cx="701100" cy="701100"/>
          </a:xfrm>
        </p:grpSpPr>
        <p:sp>
          <p:nvSpPr>
            <p:cNvPr id="445" name="Google Shape;445;p71"/>
            <p:cNvSpPr/>
            <p:nvPr/>
          </p:nvSpPr>
          <p:spPr>
            <a:xfrm>
              <a:off x="7781800" y="2472275"/>
              <a:ext cx="701100" cy="701100"/>
            </a:xfrm>
            <a:prstGeom prst="ellipse">
              <a:avLst/>
            </a:prstGeom>
            <a:solidFill>
              <a:srgbClr val="DB393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6" name="Google Shape;446;p71"/>
            <p:cNvSpPr/>
            <p:nvPr/>
          </p:nvSpPr>
          <p:spPr>
            <a:xfrm>
              <a:off x="7860550" y="2551025"/>
              <a:ext cx="543600" cy="54360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447" name="Google Shape;447;p71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8064100" y="2585153"/>
              <a:ext cx="136500" cy="481542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448" name="Google Shape;448;p71"/>
          <p:cNvSpPr txBox="1"/>
          <p:nvPr/>
        </p:nvSpPr>
        <p:spPr>
          <a:xfrm>
            <a:off x="1170000" y="659100"/>
            <a:ext cx="5725200" cy="51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GB"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Repeat: You cannot concatenate string and number</a:t>
            </a: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49" name="Google Shape;449;p71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366025" y="1474800"/>
            <a:ext cx="6411950" cy="2596575"/>
          </a:xfrm>
          <a:prstGeom prst="rect">
            <a:avLst/>
          </a:prstGeom>
          <a:noFill/>
          <a:ln w="9525" cap="flat" cmpd="sng">
            <a:solidFill>
              <a:srgbClr val="14B2D6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4D6A420-A52C-0648-C96A-8E1E8A0DCD5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mtClean="0"/>
              <a:t>35</a:t>
            </a:fld>
            <a:endParaRPr lang="en-GB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4" name="Google Shape;454;p72"/>
          <p:cNvSpPr txBox="1"/>
          <p:nvPr/>
        </p:nvSpPr>
        <p:spPr>
          <a:xfrm>
            <a:off x="1170000" y="696600"/>
            <a:ext cx="7214400" cy="51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GB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In-place value swapping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5" name="Google Shape;455;p72"/>
          <p:cNvSpPr txBox="1"/>
          <p:nvPr/>
        </p:nvSpPr>
        <p:spPr>
          <a:xfrm>
            <a:off x="360000" y="1167125"/>
            <a:ext cx="8550000" cy="64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 = 30. B = 45. Swap the values without using a temporary variable such that B becomes 30 and A becomes 45.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56" name="Google Shape;456;p7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253625" y="2168900"/>
            <a:ext cx="6762750" cy="2390775"/>
          </a:xfrm>
          <a:prstGeom prst="rect">
            <a:avLst/>
          </a:prstGeom>
          <a:noFill/>
          <a:ln w="9525" cap="flat" cmpd="sng">
            <a:solidFill>
              <a:srgbClr val="14B2D6"/>
            </a:solidFill>
            <a:prstDash val="solid"/>
            <a:round/>
            <a:headEnd type="none" w="sm" len="sm"/>
            <a:tailEnd type="none" w="sm" len="sm"/>
          </a:ln>
        </p:spPr>
      </p:pic>
      <p:grpSp>
        <p:nvGrpSpPr>
          <p:cNvPr id="457" name="Google Shape;457;p72"/>
          <p:cNvGrpSpPr/>
          <p:nvPr/>
        </p:nvGrpSpPr>
        <p:grpSpPr>
          <a:xfrm>
            <a:off x="370175" y="466017"/>
            <a:ext cx="701100" cy="701100"/>
            <a:chOff x="370175" y="466017"/>
            <a:chExt cx="701100" cy="701100"/>
          </a:xfrm>
        </p:grpSpPr>
        <p:sp>
          <p:nvSpPr>
            <p:cNvPr id="458" name="Google Shape;458;p72"/>
            <p:cNvSpPr/>
            <p:nvPr/>
          </p:nvSpPr>
          <p:spPr>
            <a:xfrm>
              <a:off x="370175" y="466017"/>
              <a:ext cx="701100" cy="701100"/>
            </a:xfrm>
            <a:prstGeom prst="ellipse">
              <a:avLst/>
            </a:prstGeom>
            <a:solidFill>
              <a:srgbClr val="93C4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9" name="Google Shape;459;p72"/>
            <p:cNvSpPr/>
            <p:nvPr/>
          </p:nvSpPr>
          <p:spPr>
            <a:xfrm>
              <a:off x="451775" y="547617"/>
              <a:ext cx="537900" cy="53790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460" name="Google Shape;460;p72"/>
            <p:cNvGrpSpPr/>
            <p:nvPr/>
          </p:nvGrpSpPr>
          <p:grpSpPr>
            <a:xfrm>
              <a:off x="678425" y="581817"/>
              <a:ext cx="84600" cy="469500"/>
              <a:chOff x="678425" y="581817"/>
              <a:chExt cx="84600" cy="469500"/>
            </a:xfrm>
          </p:grpSpPr>
          <p:sp>
            <p:nvSpPr>
              <p:cNvPr id="461" name="Google Shape;461;p72"/>
              <p:cNvSpPr/>
              <p:nvPr/>
            </p:nvSpPr>
            <p:spPr>
              <a:xfrm>
                <a:off x="678425" y="581817"/>
                <a:ext cx="84600" cy="84600"/>
              </a:xfrm>
              <a:prstGeom prst="rect">
                <a:avLst/>
              </a:prstGeom>
              <a:solidFill>
                <a:srgbClr val="93C47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62" name="Google Shape;462;p72"/>
              <p:cNvSpPr/>
              <p:nvPr/>
            </p:nvSpPr>
            <p:spPr>
              <a:xfrm>
                <a:off x="678425" y="696717"/>
                <a:ext cx="84600" cy="354600"/>
              </a:xfrm>
              <a:prstGeom prst="rect">
                <a:avLst/>
              </a:prstGeom>
              <a:solidFill>
                <a:srgbClr val="93C47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ACB273A-4D99-426A-97DD-2EE4324FE529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mtClean="0"/>
              <a:t>36</a:t>
            </a:fld>
            <a:endParaRPr lang="en-GB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7" name="Google Shape;467;p73"/>
          <p:cNvSpPr txBox="1">
            <a:spLocks noGrp="1"/>
          </p:cNvSpPr>
          <p:nvPr>
            <p:ph type="title" idx="4294967295"/>
          </p:nvPr>
        </p:nvSpPr>
        <p:spPr>
          <a:xfrm>
            <a:off x="0" y="1937300"/>
            <a:ext cx="9144000" cy="99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300" tIns="17150" rIns="34300" bIns="17150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</a:pPr>
            <a:r>
              <a:rPr lang="en-GB" sz="4000">
                <a:latin typeface="Calibri"/>
                <a:ea typeface="Calibri"/>
                <a:cs typeface="Calibri"/>
                <a:sym typeface="Calibri"/>
              </a:rPr>
              <a:t>Thank You</a:t>
            </a:r>
            <a:endParaRPr sz="40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0A9C7AB-794A-6BE8-372C-30ECAE52C38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mtClean="0"/>
              <a:t>37</a:t>
            </a:fld>
            <a:endParaRPr lang="en-GB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980</Words>
  <Application>Microsoft Office PowerPoint</Application>
  <PresentationFormat>On-screen Show (16:9)</PresentationFormat>
  <Paragraphs>150</Paragraphs>
  <Slides>37</Slides>
  <Notes>37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4</vt:i4>
      </vt:variant>
      <vt:variant>
        <vt:lpstr>Slide Titles</vt:lpstr>
      </vt:variant>
      <vt:variant>
        <vt:i4>37</vt:i4>
      </vt:variant>
    </vt:vector>
  </HeadingPairs>
  <TitlesOfParts>
    <vt:vector size="46" baseType="lpstr">
      <vt:lpstr>Avenir</vt:lpstr>
      <vt:lpstr>Arial</vt:lpstr>
      <vt:lpstr>Helvetica Neue</vt:lpstr>
      <vt:lpstr>Calibri</vt:lpstr>
      <vt:lpstr>Garamond</vt:lpstr>
      <vt:lpstr>Simple Light</vt:lpstr>
      <vt:lpstr>Simple Light</vt:lpstr>
      <vt:lpstr>Simple Light</vt:lpstr>
      <vt:lpstr>Simple Light</vt:lpstr>
      <vt:lpstr>PowerPoint Presentation</vt:lpstr>
      <vt:lpstr>PowerPoint Presentation</vt:lpstr>
      <vt:lpstr>Python Variables &amp; Data Types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cp:lastModifiedBy>Narendra Gopal</cp:lastModifiedBy>
  <cp:revision>3</cp:revision>
  <dcterms:modified xsi:type="dcterms:W3CDTF">2024-08-08T13:39:24Z</dcterms:modified>
</cp:coreProperties>
</file>