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 id="2147483665" r:id="rId2"/>
  </p:sldMasterIdLst>
  <p:notesMasterIdLst>
    <p:notesMasterId r:id="rId4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5143500" type="screen16x9"/>
  <p:notesSz cx="6858000" cy="9144000"/>
  <p:embeddedFontLst>
    <p:embeddedFont>
      <p:font typeface="Garamond" panose="02020404030301010803" pitchFamily="18" charset="0"/>
      <p:regular r:id="rId42"/>
      <p:bold r:id="rId43"/>
      <p:italic r:id="rId44"/>
      <p:boldItalic r:id="rId45"/>
    </p:embeddedFont>
    <p:embeddedFont>
      <p:font typeface="Helvetica Neue" panose="020B060402020202020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34">
          <p15:clr>
            <a:srgbClr val="9AA0A6"/>
          </p15:clr>
        </p15:guide>
        <p15:guide id="2" pos="5613">
          <p15:clr>
            <a:srgbClr val="9AA0A6"/>
          </p15:clr>
        </p15:guide>
        <p15:guide id="3" pos="5443">
          <p15:clr>
            <a:srgbClr val="9AA0A6"/>
          </p15:clr>
        </p15:guide>
        <p15:guide id="4" orient="horz" pos="227">
          <p15:clr>
            <a:srgbClr val="9AA0A6"/>
          </p15:clr>
        </p15:guide>
        <p15:guide id="5" orient="horz" pos="680">
          <p15:clr>
            <a:srgbClr val="9AA0A6"/>
          </p15:clr>
        </p15:guide>
        <p15:guide id="6" pos="227">
          <p15:clr>
            <a:srgbClr val="9AA0A6"/>
          </p15:clr>
        </p15:guide>
        <p15:guide id="7" pos="323">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DCE0CC-F36E-4E3C-B090-96B9BDB6CAFE}">
  <a:tblStyle styleId="{A2DCE0CC-F36E-4E3C-B090-96B9BDB6CAF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p:cViewPr varScale="1">
        <p:scale>
          <a:sx n="74" d="100"/>
          <a:sy n="74" d="100"/>
        </p:scale>
        <p:origin x="988" y="52"/>
      </p:cViewPr>
      <p:guideLst>
        <p:guide orient="horz" pos="1134"/>
        <p:guide pos="5613"/>
        <p:guide pos="5443"/>
        <p:guide orient="horz" pos="227"/>
        <p:guide orient="horz" pos="680"/>
        <p:guide pos="227"/>
        <p:guide pos="32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4.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20" Type="http://schemas.openxmlformats.org/officeDocument/2006/relationships/slide" Target="slides/slide1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 name="Google Shape;8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10f665e704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 name="Google Shape;91;g10f665e704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 name="Google Shape;12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34" name="Google Shape;134;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9" name="Google Shape;139;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0" name="Google Shape;160;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7" name="Google Shape;16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4" name="Google Shape;17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9" name="Google Shape;189;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6" name="Google Shape;19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3" name="Google Shape;203;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0" name="Google Shape;21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8" name="Google Shape;218;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26" name="Google Shape;226;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47" name="Google Shape;247;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2" name="Google Shape;252;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5" name="Google Shape;275;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3" name="Google Shape;283;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84" name="Google Shape;284;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27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9" name="Google Shape;289;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0" name="Google Shape;30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7" name="Google Shape;30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4" name="Google Shape;314;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15" name="Google Shape;315;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GB" sz="1400" b="0" i="0" u="none" strike="noStrike" cap="none">
                <a:solidFill>
                  <a:srgbClr val="000000"/>
                </a:solidFill>
                <a:latin typeface="Arial"/>
                <a:ea typeface="Arial"/>
                <a:cs typeface="Arial"/>
                <a:sym typeface="Arial"/>
              </a:rPr>
              <a:t>31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0" name="Google Shape;320;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3" name="Google Shape;333;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1" name="Google Shape;351;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3" name="Google Shape;363;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000"/>
              <a:buNone/>
              <a:defRPr sz="5000" b="1"/>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666666"/>
              </a:buClr>
              <a:buSzPts val="3400"/>
              <a:buNone/>
              <a:defRPr sz="3400">
                <a:solidFill>
                  <a:srgbClr val="666666"/>
                </a:solidFill>
              </a:defRPr>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a:endParaRPr/>
          </a:p>
        </p:txBody>
      </p:sp>
      <p:sp>
        <p:nvSpPr>
          <p:cNvPr id="16" name="Google Shape;16;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Design">
  <p:cSld name="2_Design">
    <p:spTree>
      <p:nvGrpSpPr>
        <p:cNvPr id="1" name="Shape 17"/>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A0579A0A-C257-5913-4B51-D2608D5B2059}"/>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C4627FDD-D8F4-48FC-9A76-0AB68AD867E0}"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Divider" type="secHead">
  <p:cSld name="SECTION_HEADER">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000"/>
              <a:buNone/>
              <a:defRPr sz="4000" b="1"/>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2" name="Google Shape;22;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 Divider">
  <p:cSld name="BLANK_1">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0" y="1937300"/>
            <a:ext cx="9144000" cy="994200"/>
          </a:xfrm>
          <a:prstGeom prst="rect">
            <a:avLst/>
          </a:prstGeom>
          <a:noFill/>
          <a:ln>
            <a:noFill/>
          </a:ln>
        </p:spPr>
        <p:txBody>
          <a:bodyPr spcFirstLastPara="1" wrap="square" lIns="34300" tIns="17150" rIns="34300" bIns="17150" anchor="ctr" anchorCtr="0">
            <a:noAutofit/>
          </a:bodyPr>
          <a:lstStyle>
            <a:lvl1pPr marR="0" lvl="0" algn="ctr">
              <a:lnSpc>
                <a:spcPct val="90000"/>
              </a:lnSpc>
              <a:spcBef>
                <a:spcPts val="0"/>
              </a:spcBef>
              <a:spcAft>
                <a:spcPts val="0"/>
              </a:spcAft>
              <a:buClr>
                <a:schemeClr val="dk1"/>
              </a:buClr>
              <a:buSzPts val="4800"/>
              <a:buNone/>
              <a:defRPr sz="4800" i="0" u="none" strike="noStrike" cap="none">
                <a:solidFill>
                  <a:schemeClr val="dk1"/>
                </a:solidFill>
              </a:defRPr>
            </a:lvl1pPr>
            <a:lvl2pPr marR="0" lvl="1" algn="ctr">
              <a:lnSpc>
                <a:spcPct val="100000"/>
              </a:lnSpc>
              <a:spcBef>
                <a:spcPts val="0"/>
              </a:spcBef>
              <a:spcAft>
                <a:spcPts val="0"/>
              </a:spcAft>
              <a:buClr>
                <a:srgbClr val="000000"/>
              </a:buClr>
              <a:buSzPts val="4800"/>
              <a:buNone/>
              <a:defRPr sz="4800" i="0" u="none" strike="noStrike" cap="none">
                <a:solidFill>
                  <a:srgbClr val="000000"/>
                </a:solidFill>
              </a:defRPr>
            </a:lvl2pPr>
            <a:lvl3pPr marR="0" lvl="2" algn="ctr">
              <a:lnSpc>
                <a:spcPct val="100000"/>
              </a:lnSpc>
              <a:spcBef>
                <a:spcPts val="0"/>
              </a:spcBef>
              <a:spcAft>
                <a:spcPts val="0"/>
              </a:spcAft>
              <a:buClr>
                <a:srgbClr val="000000"/>
              </a:buClr>
              <a:buSzPts val="4800"/>
              <a:buNone/>
              <a:defRPr sz="4800" i="0" u="none" strike="noStrike" cap="none">
                <a:solidFill>
                  <a:srgbClr val="000000"/>
                </a:solidFill>
              </a:defRPr>
            </a:lvl3pPr>
            <a:lvl4pPr marR="0" lvl="3" algn="ctr">
              <a:lnSpc>
                <a:spcPct val="100000"/>
              </a:lnSpc>
              <a:spcBef>
                <a:spcPts val="0"/>
              </a:spcBef>
              <a:spcAft>
                <a:spcPts val="0"/>
              </a:spcAft>
              <a:buClr>
                <a:srgbClr val="000000"/>
              </a:buClr>
              <a:buSzPts val="4800"/>
              <a:buNone/>
              <a:defRPr sz="4800" i="0" u="none" strike="noStrike" cap="none">
                <a:solidFill>
                  <a:srgbClr val="000000"/>
                </a:solidFill>
              </a:defRPr>
            </a:lvl4pPr>
            <a:lvl5pPr marR="0" lvl="4" algn="ctr">
              <a:lnSpc>
                <a:spcPct val="100000"/>
              </a:lnSpc>
              <a:spcBef>
                <a:spcPts val="0"/>
              </a:spcBef>
              <a:spcAft>
                <a:spcPts val="0"/>
              </a:spcAft>
              <a:buClr>
                <a:srgbClr val="000000"/>
              </a:buClr>
              <a:buSzPts val="4800"/>
              <a:buNone/>
              <a:defRPr sz="4800" i="0" u="none" strike="noStrike" cap="none">
                <a:solidFill>
                  <a:srgbClr val="000000"/>
                </a:solidFill>
              </a:defRPr>
            </a:lvl5pPr>
            <a:lvl6pPr marR="0" lvl="5" algn="ctr">
              <a:lnSpc>
                <a:spcPct val="100000"/>
              </a:lnSpc>
              <a:spcBef>
                <a:spcPts val="0"/>
              </a:spcBef>
              <a:spcAft>
                <a:spcPts val="0"/>
              </a:spcAft>
              <a:buClr>
                <a:srgbClr val="000000"/>
              </a:buClr>
              <a:buSzPts val="4800"/>
              <a:buNone/>
              <a:defRPr sz="4800" i="0" u="none" strike="noStrike" cap="none">
                <a:solidFill>
                  <a:srgbClr val="000000"/>
                </a:solidFill>
              </a:defRPr>
            </a:lvl6pPr>
            <a:lvl7pPr marR="0" lvl="6" algn="ctr">
              <a:lnSpc>
                <a:spcPct val="100000"/>
              </a:lnSpc>
              <a:spcBef>
                <a:spcPts val="0"/>
              </a:spcBef>
              <a:spcAft>
                <a:spcPts val="0"/>
              </a:spcAft>
              <a:buClr>
                <a:srgbClr val="000000"/>
              </a:buClr>
              <a:buSzPts val="4800"/>
              <a:buNone/>
              <a:defRPr sz="4800" i="0" u="none" strike="noStrike" cap="none">
                <a:solidFill>
                  <a:srgbClr val="000000"/>
                </a:solidFill>
              </a:defRPr>
            </a:lvl7pPr>
            <a:lvl8pPr marR="0" lvl="7" algn="ctr">
              <a:lnSpc>
                <a:spcPct val="100000"/>
              </a:lnSpc>
              <a:spcBef>
                <a:spcPts val="0"/>
              </a:spcBef>
              <a:spcAft>
                <a:spcPts val="0"/>
              </a:spcAft>
              <a:buClr>
                <a:srgbClr val="000000"/>
              </a:buClr>
              <a:buSzPts val="4800"/>
              <a:buNone/>
              <a:defRPr sz="4800" i="0" u="none" strike="noStrike" cap="none">
                <a:solidFill>
                  <a:srgbClr val="000000"/>
                </a:solidFill>
              </a:defRPr>
            </a:lvl8pPr>
            <a:lvl9pPr marR="0" lvl="8" algn="ctr">
              <a:lnSpc>
                <a:spcPct val="100000"/>
              </a:lnSpc>
              <a:spcBef>
                <a:spcPts val="0"/>
              </a:spcBef>
              <a:spcAft>
                <a:spcPts val="0"/>
              </a:spcAft>
              <a:buClr>
                <a:srgbClr val="000000"/>
              </a:buClr>
              <a:buSzPts val="4800"/>
              <a:buNone/>
              <a:defRPr sz="4800" i="0" u="none" strike="noStrike" cap="none">
                <a:solidFill>
                  <a:srgbClr val="000000"/>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lide - Content" type="tx">
  <p:cSld name="TITLE_AND_BODY">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85525" y="879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28" name="Google Shape;28;p7"/>
          <p:cNvSpPr txBox="1">
            <a:spLocks noGrp="1"/>
          </p:cNvSpPr>
          <p:nvPr>
            <p:ph type="subTitle" idx="1"/>
          </p:nvPr>
        </p:nvSpPr>
        <p:spPr>
          <a:xfrm>
            <a:off x="85525" y="6178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29" name="Google Shape;29;p7"/>
          <p:cNvSpPr txBox="1">
            <a:spLocks noGrp="1"/>
          </p:cNvSpPr>
          <p:nvPr>
            <p:ph type="body" idx="2"/>
          </p:nvPr>
        </p:nvSpPr>
        <p:spPr>
          <a:xfrm>
            <a:off x="373975" y="1181625"/>
            <a:ext cx="73329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lide - Content - 2 columns">
  <p:cSld name="TITLE_AND_BODY_1">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85525" y="879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2" name="Google Shape;32;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3" name="Google Shape;33;p8"/>
          <p:cNvSpPr txBox="1">
            <a:spLocks noGrp="1"/>
          </p:cNvSpPr>
          <p:nvPr>
            <p:ph type="subTitle" idx="1"/>
          </p:nvPr>
        </p:nvSpPr>
        <p:spPr>
          <a:xfrm>
            <a:off x="85525" y="6178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34" name="Google Shape;34;p8"/>
          <p:cNvSpPr txBox="1">
            <a:spLocks noGrp="1"/>
          </p:cNvSpPr>
          <p:nvPr>
            <p:ph type="body" idx="2"/>
          </p:nvPr>
        </p:nvSpPr>
        <p:spPr>
          <a:xfrm>
            <a:off x="373975" y="1181625"/>
            <a:ext cx="39798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35" name="Google Shape;35;p8"/>
          <p:cNvSpPr txBox="1">
            <a:spLocks noGrp="1"/>
          </p:cNvSpPr>
          <p:nvPr>
            <p:ph type="body" idx="3"/>
          </p:nvPr>
        </p:nvSpPr>
        <p:spPr>
          <a:xfrm>
            <a:off x="4422425" y="1181625"/>
            <a:ext cx="40500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lide - Content - with photo">
  <p:cSld name="TITLE_AND_BODY_1_1">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5525" y="879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8" name="Google Shape;38;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39" name="Google Shape;39;p9"/>
          <p:cNvSpPr txBox="1">
            <a:spLocks noGrp="1"/>
          </p:cNvSpPr>
          <p:nvPr>
            <p:ph type="subTitle" idx="1"/>
          </p:nvPr>
        </p:nvSpPr>
        <p:spPr>
          <a:xfrm>
            <a:off x="85525" y="6178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40" name="Google Shape;40;p9"/>
          <p:cNvSpPr txBox="1">
            <a:spLocks noGrp="1"/>
          </p:cNvSpPr>
          <p:nvPr>
            <p:ph type="body" idx="2"/>
          </p:nvPr>
        </p:nvSpPr>
        <p:spPr>
          <a:xfrm>
            <a:off x="4422425" y="1181625"/>
            <a:ext cx="40500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_AND_BODY_3">
  <p:cSld name="TITLE_AND_BODY_3">
    <p:spTree>
      <p:nvGrpSpPr>
        <p:cNvPr id="1" name="Shape 41"/>
        <p:cNvGrpSpPr/>
        <p:nvPr/>
      </p:nvGrpSpPr>
      <p:grpSpPr>
        <a:xfrm>
          <a:off x="0" y="0"/>
          <a:ext cx="0" cy="0"/>
          <a:chOff x="0" y="0"/>
          <a:chExt cx="0" cy="0"/>
        </a:xfrm>
      </p:grpSpPr>
      <p:sp>
        <p:nvSpPr>
          <p:cNvPr id="42" name="Google Shape;42;p1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1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44" name="Google Shape;44;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Design">
  <p:cSld name="2_Design">
    <p:spTree>
      <p:nvGrpSpPr>
        <p:cNvPr id="1" name="Shape 52"/>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Divider" type="secHead">
  <p:cSld name="SECTION_HEADER">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000"/>
              <a:buNone/>
              <a:defRPr sz="4000" b="1"/>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55" name="Google Shape;55;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5000"/>
              <a:buNone/>
              <a:defRPr sz="5000" b="1"/>
            </a:lvl1pPr>
            <a:lvl2pPr lvl="1" algn="l">
              <a:lnSpc>
                <a:spcPct val="100000"/>
              </a:lnSpc>
              <a:spcBef>
                <a:spcPts val="0"/>
              </a:spcBef>
              <a:spcAft>
                <a:spcPts val="0"/>
              </a:spcAft>
              <a:buSzPts val="5200"/>
              <a:buNone/>
              <a:defRPr sz="5200"/>
            </a:lvl2pPr>
            <a:lvl3pPr lvl="2" algn="l">
              <a:lnSpc>
                <a:spcPct val="100000"/>
              </a:lnSpc>
              <a:spcBef>
                <a:spcPts val="0"/>
              </a:spcBef>
              <a:spcAft>
                <a:spcPts val="0"/>
              </a:spcAft>
              <a:buSzPts val="5200"/>
              <a:buNone/>
              <a:defRPr sz="5200"/>
            </a:lvl3pPr>
            <a:lvl4pPr lvl="3" algn="l">
              <a:lnSpc>
                <a:spcPct val="100000"/>
              </a:lnSpc>
              <a:spcBef>
                <a:spcPts val="0"/>
              </a:spcBef>
              <a:spcAft>
                <a:spcPts val="0"/>
              </a:spcAft>
              <a:buSzPts val="5200"/>
              <a:buNone/>
              <a:defRPr sz="5200"/>
            </a:lvl4pPr>
            <a:lvl5pPr lvl="4" algn="l">
              <a:lnSpc>
                <a:spcPct val="100000"/>
              </a:lnSpc>
              <a:spcBef>
                <a:spcPts val="0"/>
              </a:spcBef>
              <a:spcAft>
                <a:spcPts val="0"/>
              </a:spcAft>
              <a:buSzPts val="5200"/>
              <a:buNone/>
              <a:defRPr sz="5200"/>
            </a:lvl5pPr>
            <a:lvl6pPr lvl="5" algn="l">
              <a:lnSpc>
                <a:spcPct val="100000"/>
              </a:lnSpc>
              <a:spcBef>
                <a:spcPts val="0"/>
              </a:spcBef>
              <a:spcAft>
                <a:spcPts val="0"/>
              </a:spcAft>
              <a:buSzPts val="5200"/>
              <a:buNone/>
              <a:defRPr sz="5200"/>
            </a:lvl6pPr>
            <a:lvl7pPr lvl="6" algn="l">
              <a:lnSpc>
                <a:spcPct val="100000"/>
              </a:lnSpc>
              <a:spcBef>
                <a:spcPts val="0"/>
              </a:spcBef>
              <a:spcAft>
                <a:spcPts val="0"/>
              </a:spcAft>
              <a:buSzPts val="5200"/>
              <a:buNone/>
              <a:defRPr sz="5200"/>
            </a:lvl7pPr>
            <a:lvl8pPr lvl="7" algn="l">
              <a:lnSpc>
                <a:spcPct val="100000"/>
              </a:lnSpc>
              <a:spcBef>
                <a:spcPts val="0"/>
              </a:spcBef>
              <a:spcAft>
                <a:spcPts val="0"/>
              </a:spcAft>
              <a:buSzPts val="5200"/>
              <a:buNone/>
              <a:defRPr sz="5200"/>
            </a:lvl8pPr>
            <a:lvl9pPr lvl="8" algn="l">
              <a:lnSpc>
                <a:spcPct val="100000"/>
              </a:lnSpc>
              <a:spcBef>
                <a:spcPts val="0"/>
              </a:spcBef>
              <a:spcAft>
                <a:spcPts val="0"/>
              </a:spcAft>
              <a:buSzPts val="5200"/>
              <a:buNone/>
              <a:defRPr sz="5200"/>
            </a:lvl9pPr>
          </a:lstStyle>
          <a:p>
            <a:endParaRPr/>
          </a:p>
        </p:txBody>
      </p:sp>
      <p:sp>
        <p:nvSpPr>
          <p:cNvPr id="58" name="Google Shape;58;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rgbClr val="666666"/>
              </a:buClr>
              <a:buSzPts val="3400"/>
              <a:buNone/>
              <a:defRPr sz="3400">
                <a:solidFill>
                  <a:srgbClr val="666666"/>
                </a:solidFill>
              </a:defRPr>
            </a:lvl1pPr>
            <a:lvl2pPr lvl="1" algn="l">
              <a:lnSpc>
                <a:spcPct val="100000"/>
              </a:lnSpc>
              <a:spcBef>
                <a:spcPts val="0"/>
              </a:spcBef>
              <a:spcAft>
                <a:spcPts val="0"/>
              </a:spcAft>
              <a:buSzPts val="2800"/>
              <a:buNone/>
              <a:defRPr sz="2800"/>
            </a:lvl2pPr>
            <a:lvl3pPr lvl="2" algn="l">
              <a:lnSpc>
                <a:spcPct val="100000"/>
              </a:lnSpc>
              <a:spcBef>
                <a:spcPts val="0"/>
              </a:spcBef>
              <a:spcAft>
                <a:spcPts val="0"/>
              </a:spcAft>
              <a:buSzPts val="2800"/>
              <a:buNone/>
              <a:defRPr sz="2800"/>
            </a:lvl3pPr>
            <a:lvl4pPr lvl="3" algn="l">
              <a:lnSpc>
                <a:spcPct val="100000"/>
              </a:lnSpc>
              <a:spcBef>
                <a:spcPts val="0"/>
              </a:spcBef>
              <a:spcAft>
                <a:spcPts val="0"/>
              </a:spcAft>
              <a:buSzPts val="2800"/>
              <a:buNone/>
              <a:defRPr sz="2800"/>
            </a:lvl4pPr>
            <a:lvl5pPr lvl="4" algn="l">
              <a:lnSpc>
                <a:spcPct val="100000"/>
              </a:lnSpc>
              <a:spcBef>
                <a:spcPts val="0"/>
              </a:spcBef>
              <a:spcAft>
                <a:spcPts val="0"/>
              </a:spcAft>
              <a:buSzPts val="2800"/>
              <a:buNone/>
              <a:defRPr sz="2800"/>
            </a:lvl5pPr>
            <a:lvl6pPr lvl="5" algn="l">
              <a:lnSpc>
                <a:spcPct val="100000"/>
              </a:lnSpc>
              <a:spcBef>
                <a:spcPts val="0"/>
              </a:spcBef>
              <a:spcAft>
                <a:spcPts val="0"/>
              </a:spcAft>
              <a:buSzPts val="2800"/>
              <a:buNone/>
              <a:defRPr sz="2800"/>
            </a:lvl6pPr>
            <a:lvl7pPr lvl="6" algn="l">
              <a:lnSpc>
                <a:spcPct val="100000"/>
              </a:lnSpc>
              <a:spcBef>
                <a:spcPts val="0"/>
              </a:spcBef>
              <a:spcAft>
                <a:spcPts val="0"/>
              </a:spcAft>
              <a:buSzPts val="2800"/>
              <a:buNone/>
              <a:defRPr sz="2800"/>
            </a:lvl7pPr>
            <a:lvl8pPr lvl="7" algn="l">
              <a:lnSpc>
                <a:spcPct val="100000"/>
              </a:lnSpc>
              <a:spcBef>
                <a:spcPts val="0"/>
              </a:spcBef>
              <a:spcAft>
                <a:spcPts val="0"/>
              </a:spcAft>
              <a:buSzPts val="2800"/>
              <a:buNone/>
              <a:defRPr sz="2800"/>
            </a:lvl8pPr>
            <a:lvl9pPr lvl="8" algn="l">
              <a:lnSpc>
                <a:spcPct val="100000"/>
              </a:lnSpc>
              <a:spcBef>
                <a:spcPts val="0"/>
              </a:spcBef>
              <a:spcAft>
                <a:spcPts val="0"/>
              </a:spcAft>
              <a:buSzPts val="2800"/>
              <a:buNone/>
              <a:defRPr sz="2800"/>
            </a:lvl9pPr>
          </a:lstStyle>
          <a:p>
            <a:endParaRPr/>
          </a:p>
        </p:txBody>
      </p:sp>
      <p:sp>
        <p:nvSpPr>
          <p:cNvPr id="59" name="Google Shape;59;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lide - Content" type="tx">
  <p:cSld name="TITLE_AND_BODY">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85525" y="879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2" name="Google Shape;62;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3" name="Google Shape;63;p15"/>
          <p:cNvSpPr txBox="1">
            <a:spLocks noGrp="1"/>
          </p:cNvSpPr>
          <p:nvPr>
            <p:ph type="subTitle" idx="1"/>
          </p:nvPr>
        </p:nvSpPr>
        <p:spPr>
          <a:xfrm>
            <a:off x="85525" y="6178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64" name="Google Shape;64;p15"/>
          <p:cNvSpPr txBox="1">
            <a:spLocks noGrp="1"/>
          </p:cNvSpPr>
          <p:nvPr>
            <p:ph type="body" idx="2"/>
          </p:nvPr>
        </p:nvSpPr>
        <p:spPr>
          <a:xfrm>
            <a:off x="373975" y="1181625"/>
            <a:ext cx="73329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lide - Content - 2 columns">
  <p:cSld name="TITLE_AND_BODY_1">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85525" y="879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b="1"/>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67" name="Google Shape;67;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68" name="Google Shape;68;p16"/>
          <p:cNvSpPr txBox="1">
            <a:spLocks noGrp="1"/>
          </p:cNvSpPr>
          <p:nvPr>
            <p:ph type="subTitle" idx="1"/>
          </p:nvPr>
        </p:nvSpPr>
        <p:spPr>
          <a:xfrm>
            <a:off x="85525" y="6178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69" name="Google Shape;69;p16"/>
          <p:cNvSpPr txBox="1">
            <a:spLocks noGrp="1"/>
          </p:cNvSpPr>
          <p:nvPr>
            <p:ph type="body" idx="2"/>
          </p:nvPr>
        </p:nvSpPr>
        <p:spPr>
          <a:xfrm>
            <a:off x="373975" y="1181625"/>
            <a:ext cx="39798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70" name="Google Shape;70;p16"/>
          <p:cNvSpPr txBox="1">
            <a:spLocks noGrp="1"/>
          </p:cNvSpPr>
          <p:nvPr>
            <p:ph type="body" idx="3"/>
          </p:nvPr>
        </p:nvSpPr>
        <p:spPr>
          <a:xfrm>
            <a:off x="4422425" y="1181625"/>
            <a:ext cx="40500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 Content - with photo">
  <p:cSld name="TITLE_AND_BODY_1_1">
    <p:spTree>
      <p:nvGrpSpPr>
        <p:cNvPr id="1" name="Shape 71"/>
        <p:cNvGrpSpPr/>
        <p:nvPr/>
      </p:nvGrpSpPr>
      <p:grpSpPr>
        <a:xfrm>
          <a:off x="0" y="0"/>
          <a:ext cx="0" cy="0"/>
          <a:chOff x="0" y="0"/>
          <a:chExt cx="0" cy="0"/>
        </a:xfrm>
      </p:grpSpPr>
      <p:sp>
        <p:nvSpPr>
          <p:cNvPr id="72" name="Google Shape;72;p17"/>
          <p:cNvSpPr txBox="1">
            <a:spLocks noGrp="1"/>
          </p:cNvSpPr>
          <p:nvPr>
            <p:ph type="title"/>
          </p:nvPr>
        </p:nvSpPr>
        <p:spPr>
          <a:xfrm>
            <a:off x="85525" y="87925"/>
            <a:ext cx="67392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3000"/>
              <a:buNone/>
              <a:defRPr sz="3000" b="1"/>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3" name="Google Shape;73;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
        <p:nvSpPr>
          <p:cNvPr id="74" name="Google Shape;74;p17"/>
          <p:cNvSpPr txBox="1">
            <a:spLocks noGrp="1"/>
          </p:cNvSpPr>
          <p:nvPr>
            <p:ph type="subTitle" idx="1"/>
          </p:nvPr>
        </p:nvSpPr>
        <p:spPr>
          <a:xfrm>
            <a:off x="85525" y="617825"/>
            <a:ext cx="5341200" cy="393600"/>
          </a:xfrm>
          <a:prstGeom prst="rect">
            <a:avLst/>
          </a:prstGeom>
          <a:noFill/>
          <a:ln>
            <a:noFill/>
          </a:ln>
        </p:spPr>
        <p:txBody>
          <a:bodyPr spcFirstLastPara="1" wrap="square" lIns="91425" tIns="91425" rIns="91425" bIns="91425" anchor="t" anchorCtr="0">
            <a:noAutofit/>
          </a:bodyPr>
          <a:lstStyle>
            <a:lvl1pPr lvl="0" algn="l">
              <a:lnSpc>
                <a:spcPct val="115000"/>
              </a:lnSpc>
              <a:spcBef>
                <a:spcPts val="0"/>
              </a:spcBef>
              <a:spcAft>
                <a:spcPts val="0"/>
              </a:spcAft>
              <a:buSzPts val="1800"/>
              <a:buNone/>
              <a:defRPr sz="2200">
                <a:solidFill>
                  <a:srgbClr val="000000"/>
                </a:solidFill>
              </a:defRPr>
            </a:lvl1pPr>
            <a:lvl2pPr lvl="1" algn="l">
              <a:lnSpc>
                <a:spcPct val="115000"/>
              </a:lnSpc>
              <a:spcBef>
                <a:spcPts val="1600"/>
              </a:spcBef>
              <a:spcAft>
                <a:spcPts val="0"/>
              </a:spcAft>
              <a:buSzPts val="1400"/>
              <a:buNone/>
              <a:defRPr/>
            </a:lvl2pPr>
            <a:lvl3pPr lvl="2" algn="l">
              <a:lnSpc>
                <a:spcPct val="115000"/>
              </a:lnSpc>
              <a:spcBef>
                <a:spcPts val="1600"/>
              </a:spcBef>
              <a:spcAft>
                <a:spcPts val="0"/>
              </a:spcAft>
              <a:buSzPts val="1400"/>
              <a:buNone/>
              <a:defRPr/>
            </a:lvl3pPr>
            <a:lvl4pPr lvl="3" algn="l">
              <a:lnSpc>
                <a:spcPct val="115000"/>
              </a:lnSpc>
              <a:spcBef>
                <a:spcPts val="1600"/>
              </a:spcBef>
              <a:spcAft>
                <a:spcPts val="0"/>
              </a:spcAft>
              <a:buSzPts val="1400"/>
              <a:buNone/>
              <a:defRPr/>
            </a:lvl4pPr>
            <a:lvl5pPr lvl="4" algn="l">
              <a:lnSpc>
                <a:spcPct val="115000"/>
              </a:lnSpc>
              <a:spcBef>
                <a:spcPts val="1600"/>
              </a:spcBef>
              <a:spcAft>
                <a:spcPts val="0"/>
              </a:spcAft>
              <a:buSzPts val="14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a:endParaRPr/>
          </a:p>
        </p:txBody>
      </p:sp>
      <p:sp>
        <p:nvSpPr>
          <p:cNvPr id="75" name="Google Shape;75;p17"/>
          <p:cNvSpPr txBox="1">
            <a:spLocks noGrp="1"/>
          </p:cNvSpPr>
          <p:nvPr>
            <p:ph type="body" idx="2"/>
          </p:nvPr>
        </p:nvSpPr>
        <p:spPr>
          <a:xfrm>
            <a:off x="4422425" y="1181625"/>
            <a:ext cx="4050000" cy="2940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76"/>
        <p:cNvGrpSpPr/>
        <p:nvPr/>
      </p:nvGrpSpPr>
      <p:grpSpPr>
        <a:xfrm>
          <a:off x="0" y="0"/>
          <a:ext cx="0" cy="0"/>
          <a:chOff x="0" y="0"/>
          <a:chExt cx="0" cy="0"/>
        </a:xfrm>
      </p:grpSpPr>
      <p:sp>
        <p:nvSpPr>
          <p:cNvPr id="77" name="Google Shape;77;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5075" y="158850"/>
            <a:ext cx="56010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Garamond"/>
              <a:buNone/>
              <a:defRPr sz="2800" b="0" i="0" u="none" strike="noStrike" cap="none">
                <a:solidFill>
                  <a:schemeClr val="dk1"/>
                </a:solidFill>
                <a:latin typeface="Garamond"/>
                <a:ea typeface="Garamond"/>
                <a:cs typeface="Garamond"/>
                <a:sym typeface="Garamond"/>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Garamond"/>
              <a:buChar char="●"/>
              <a:defRPr sz="1800" b="0" i="0" u="none" strike="noStrike" cap="none">
                <a:solidFill>
                  <a:srgbClr val="000000"/>
                </a:solidFill>
                <a:latin typeface="Garamond"/>
                <a:ea typeface="Garamond"/>
                <a:cs typeface="Garamond"/>
                <a:sym typeface="Garamond"/>
              </a:defRPr>
            </a:lvl1pPr>
            <a:lvl2pPr marL="914400" marR="0" lvl="1"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2pPr>
            <a:lvl3pPr marL="1371600" marR="0" lvl="2"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3pPr>
            <a:lvl4pPr marL="1828800" marR="0" lvl="3"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4pPr>
            <a:lvl5pPr marL="2286000" marR="0" lvl="4"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5pPr>
            <a:lvl6pPr marL="2743200" marR="0" lvl="5"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6pPr>
            <a:lvl7pPr marL="3200400" marR="0" lvl="6"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7pPr>
            <a:lvl8pPr marL="3657600" marR="0" lvl="7"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8pPr>
            <a:lvl9pPr marL="4114800" marR="0" lvl="8" indent="-317500" algn="l" rtl="0">
              <a:lnSpc>
                <a:spcPct val="115000"/>
              </a:lnSpc>
              <a:spcBef>
                <a:spcPts val="1600"/>
              </a:spcBef>
              <a:spcAft>
                <a:spcPts val="160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9pPr>
          </a:lstStyle>
          <a:p>
            <a:endParaRPr dirty="0"/>
          </a:p>
        </p:txBody>
      </p:sp>
      <p:grpSp>
        <p:nvGrpSpPr>
          <p:cNvPr id="8" name="Google Shape;8;p1"/>
          <p:cNvGrpSpPr/>
          <p:nvPr/>
        </p:nvGrpSpPr>
        <p:grpSpPr>
          <a:xfrm>
            <a:off x="0" y="-42"/>
            <a:ext cx="67800" cy="5143466"/>
            <a:chOff x="0" y="-42"/>
            <a:chExt cx="67800" cy="5143466"/>
          </a:xfrm>
        </p:grpSpPr>
        <p:sp>
          <p:nvSpPr>
            <p:cNvPr id="9" name="Google Shape;9;p1"/>
            <p:cNvSpPr/>
            <p:nvPr/>
          </p:nvSpPr>
          <p:spPr>
            <a:xfrm>
              <a:off x="0" y="-42"/>
              <a:ext cx="67800" cy="995400"/>
            </a:xfrm>
            <a:prstGeom prst="rect">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 name="Google Shape;10;p1"/>
            <p:cNvSpPr/>
            <p:nvPr/>
          </p:nvSpPr>
          <p:spPr>
            <a:xfrm>
              <a:off x="0" y="995324"/>
              <a:ext cx="67800" cy="41481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 name="Footer Placeholder 1">
            <a:extLst>
              <a:ext uri="{FF2B5EF4-FFF2-40B4-BE49-F238E27FC236}">
                <a16:creationId xmlns:a16="http://schemas.microsoft.com/office/drawing/2014/main" id="{D96F500E-79C9-9BE2-692F-74967355C2DE}"/>
              </a:ext>
            </a:extLst>
          </p:cNvPr>
          <p:cNvSpPr>
            <a:spLocks noGrp="1"/>
          </p:cNvSpPr>
          <p:nvPr>
            <p:ph type="ftr" sz="quarter" idx="3"/>
          </p:nvPr>
        </p:nvSpPr>
        <p:spPr>
          <a:xfrm>
            <a:off x="3028950" y="4767263"/>
            <a:ext cx="3086100" cy="274637"/>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3" name="Slide Number Placeholder 2">
            <a:extLst>
              <a:ext uri="{FF2B5EF4-FFF2-40B4-BE49-F238E27FC236}">
                <a16:creationId xmlns:a16="http://schemas.microsoft.com/office/drawing/2014/main" id="{31A8742F-E76A-017F-AA76-29F53F831C2B}"/>
              </a:ext>
            </a:extLst>
          </p:cNvPr>
          <p:cNvSpPr>
            <a:spLocks noGrp="1"/>
          </p:cNvSpPr>
          <p:nvPr>
            <p:ph type="sldNum" sz="quarter" idx="4"/>
          </p:nvPr>
        </p:nvSpPr>
        <p:spPr>
          <a:xfrm>
            <a:off x="6457950" y="4767263"/>
            <a:ext cx="2057400" cy="274637"/>
          </a:xfrm>
          <a:prstGeom prst="rect">
            <a:avLst/>
          </a:prstGeom>
        </p:spPr>
        <p:txBody>
          <a:bodyPr vert="horz" lIns="91440" tIns="45720" rIns="91440" bIns="45720" rtlCol="0" anchor="ctr"/>
          <a:lstStyle>
            <a:lvl1pPr algn="r">
              <a:defRPr sz="1200">
                <a:solidFill>
                  <a:schemeClr val="tx1">
                    <a:tint val="82000"/>
                  </a:schemeClr>
                </a:solidFill>
              </a:defRPr>
            </a:lvl1pPr>
          </a:lstStyle>
          <a:p>
            <a:fld id="{C4627FDD-D8F4-48FC-9A76-0AB68AD867E0}" type="slidenum">
              <a:rPr lang="en-IN" smtClean="0"/>
              <a:t>‹#›</a:t>
            </a:fld>
            <a:endParaRPr lang="en-IN"/>
          </a:p>
        </p:txBody>
      </p:sp>
      <p:pic>
        <p:nvPicPr>
          <p:cNvPr id="5" name="Picture 4" descr="A logo with a butterfly&#10;&#10;Description automatically generated">
            <a:extLst>
              <a:ext uri="{FF2B5EF4-FFF2-40B4-BE49-F238E27FC236}">
                <a16:creationId xmlns:a16="http://schemas.microsoft.com/office/drawing/2014/main" id="{3EB6E62C-D5F7-F1B1-29D0-845FF78CF250}"/>
              </a:ext>
            </a:extLst>
          </p:cNvPr>
          <p:cNvPicPr>
            <a:picLocks noChangeAspect="1"/>
          </p:cNvPicPr>
          <p:nvPr userDrawn="1"/>
        </p:nvPicPr>
        <p:blipFill>
          <a:blip r:embed="rId11"/>
          <a:stretch>
            <a:fillRect/>
          </a:stretch>
        </p:blipFill>
        <p:spPr>
          <a:xfrm>
            <a:off x="7906400" y="21408"/>
            <a:ext cx="1152525" cy="476250"/>
          </a:xfrm>
          <a:prstGeom prst="rect">
            <a:avLst/>
          </a:prstGeom>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45"/>
        <p:cNvGrpSpPr/>
        <p:nvPr/>
      </p:nvGrpSpPr>
      <p:grpSpPr>
        <a:xfrm>
          <a:off x="0" y="0"/>
          <a:ext cx="0" cy="0"/>
          <a:chOff x="0" y="0"/>
          <a:chExt cx="0" cy="0"/>
        </a:xfrm>
      </p:grpSpPr>
      <p:sp>
        <p:nvSpPr>
          <p:cNvPr id="46" name="Google Shape;46;p11"/>
          <p:cNvSpPr txBox="1">
            <a:spLocks noGrp="1"/>
          </p:cNvSpPr>
          <p:nvPr>
            <p:ph type="title"/>
          </p:nvPr>
        </p:nvSpPr>
        <p:spPr>
          <a:xfrm>
            <a:off x="85075" y="158850"/>
            <a:ext cx="56010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Garamond"/>
              <a:buNone/>
              <a:defRPr sz="2800" b="0" i="0" u="none" strike="noStrike" cap="none">
                <a:solidFill>
                  <a:schemeClr val="dk1"/>
                </a:solidFill>
                <a:latin typeface="Garamond"/>
                <a:ea typeface="Garamond"/>
                <a:cs typeface="Garamond"/>
                <a:sym typeface="Garamond"/>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47" name="Google Shape;47;p1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rgbClr val="000000"/>
              </a:buClr>
              <a:buSzPts val="1800"/>
              <a:buFont typeface="Garamond"/>
              <a:buChar char="●"/>
              <a:defRPr sz="1800" b="0" i="0" u="none" strike="noStrike" cap="none">
                <a:solidFill>
                  <a:srgbClr val="000000"/>
                </a:solidFill>
                <a:latin typeface="Garamond"/>
                <a:ea typeface="Garamond"/>
                <a:cs typeface="Garamond"/>
                <a:sym typeface="Garamond"/>
              </a:defRPr>
            </a:lvl1pPr>
            <a:lvl2pPr marL="914400" marR="0" lvl="1"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2pPr>
            <a:lvl3pPr marL="1371600" marR="0" lvl="2"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3pPr>
            <a:lvl4pPr marL="1828800" marR="0" lvl="3"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4pPr>
            <a:lvl5pPr marL="2286000" marR="0" lvl="4"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5pPr>
            <a:lvl6pPr marL="2743200" marR="0" lvl="5"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6pPr>
            <a:lvl7pPr marL="3200400" marR="0" lvl="6"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7pPr>
            <a:lvl8pPr marL="3657600" marR="0" lvl="7" indent="-317500" algn="l" rtl="0">
              <a:lnSpc>
                <a:spcPct val="115000"/>
              </a:lnSpc>
              <a:spcBef>
                <a:spcPts val="1600"/>
              </a:spcBef>
              <a:spcAft>
                <a:spcPts val="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8pPr>
            <a:lvl9pPr marL="4114800" marR="0" lvl="8" indent="-317500" algn="l" rtl="0">
              <a:lnSpc>
                <a:spcPct val="115000"/>
              </a:lnSpc>
              <a:spcBef>
                <a:spcPts val="1600"/>
              </a:spcBef>
              <a:spcAft>
                <a:spcPts val="1600"/>
              </a:spcAft>
              <a:buClr>
                <a:srgbClr val="000000"/>
              </a:buClr>
              <a:buSzPts val="1400"/>
              <a:buFont typeface="Garamond"/>
              <a:buChar char="■"/>
              <a:defRPr sz="1400" b="0" i="0" u="none" strike="noStrike" cap="none">
                <a:solidFill>
                  <a:srgbClr val="000000"/>
                </a:solidFill>
                <a:latin typeface="Garamond"/>
                <a:ea typeface="Garamond"/>
                <a:cs typeface="Garamond"/>
                <a:sym typeface="Garamond"/>
              </a:defRPr>
            </a:lvl9pPr>
          </a:lstStyle>
          <a:p>
            <a:endParaRPr/>
          </a:p>
        </p:txBody>
      </p:sp>
      <p:grpSp>
        <p:nvGrpSpPr>
          <p:cNvPr id="48" name="Google Shape;48;p11"/>
          <p:cNvGrpSpPr/>
          <p:nvPr/>
        </p:nvGrpSpPr>
        <p:grpSpPr>
          <a:xfrm>
            <a:off x="0" y="-42"/>
            <a:ext cx="67800" cy="5143466"/>
            <a:chOff x="0" y="-42"/>
            <a:chExt cx="67800" cy="5143466"/>
          </a:xfrm>
        </p:grpSpPr>
        <p:sp>
          <p:nvSpPr>
            <p:cNvPr id="49" name="Google Shape;49;p11"/>
            <p:cNvSpPr/>
            <p:nvPr/>
          </p:nvSpPr>
          <p:spPr>
            <a:xfrm>
              <a:off x="0" y="-42"/>
              <a:ext cx="67800" cy="995400"/>
            </a:xfrm>
            <a:prstGeom prst="rect">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0" name="Google Shape;50;p11"/>
            <p:cNvSpPr/>
            <p:nvPr/>
          </p:nvSpPr>
          <p:spPr>
            <a:xfrm>
              <a:off x="0" y="995324"/>
              <a:ext cx="67800" cy="41481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9"/>
          <p:cNvSpPr txBox="1"/>
          <p:nvPr/>
        </p:nvSpPr>
        <p:spPr>
          <a:xfrm>
            <a:off x="812125" y="2210100"/>
            <a:ext cx="7777200" cy="723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GB" sz="3500" b="0" i="0" u="none" strike="noStrike" cap="none" dirty="0">
                <a:solidFill>
                  <a:srgbClr val="000000"/>
                </a:solidFill>
                <a:latin typeface="Avenir"/>
                <a:ea typeface="Avenir"/>
                <a:cs typeface="Avenir"/>
                <a:sym typeface="Avenir"/>
              </a:rPr>
              <a:t> Python Operators</a:t>
            </a:r>
            <a:endParaRPr sz="3500" b="0" i="0" u="none" strike="noStrike" cap="none" dirty="0">
              <a:solidFill>
                <a:srgbClr val="000000"/>
              </a:solidFill>
              <a:latin typeface="Avenir"/>
              <a:ea typeface="Avenir"/>
              <a:cs typeface="Avenir"/>
              <a:sym typeface="Avenir"/>
            </a:endParaRPr>
          </a:p>
        </p:txBody>
      </p:sp>
      <p:sp>
        <p:nvSpPr>
          <p:cNvPr id="83" name="Google Shape;83;p19"/>
          <p:cNvSpPr/>
          <p:nvPr/>
        </p:nvSpPr>
        <p:spPr>
          <a:xfrm>
            <a:off x="912400" y="2877554"/>
            <a:ext cx="1423800" cy="85800"/>
          </a:xfrm>
          <a:prstGeom prst="rect">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19"/>
          <p:cNvSpPr/>
          <p:nvPr/>
        </p:nvSpPr>
        <p:spPr>
          <a:xfrm>
            <a:off x="2336200" y="2877550"/>
            <a:ext cx="5889300" cy="858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9"/>
          <p:cNvSpPr/>
          <p:nvPr/>
        </p:nvSpPr>
        <p:spPr>
          <a:xfrm>
            <a:off x="0" y="0"/>
            <a:ext cx="72600" cy="514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6" name="Google Shape;86;p19"/>
          <p:cNvGrpSpPr/>
          <p:nvPr/>
        </p:nvGrpSpPr>
        <p:grpSpPr>
          <a:xfrm>
            <a:off x="0" y="-42"/>
            <a:ext cx="67800" cy="5143466"/>
            <a:chOff x="0" y="-42"/>
            <a:chExt cx="67800" cy="5143466"/>
          </a:xfrm>
        </p:grpSpPr>
        <p:sp>
          <p:nvSpPr>
            <p:cNvPr id="87" name="Google Shape;87;p19"/>
            <p:cNvSpPr/>
            <p:nvPr/>
          </p:nvSpPr>
          <p:spPr>
            <a:xfrm>
              <a:off x="0" y="-42"/>
              <a:ext cx="67800" cy="995400"/>
            </a:xfrm>
            <a:prstGeom prst="rect">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9"/>
            <p:cNvSpPr/>
            <p:nvPr/>
          </p:nvSpPr>
          <p:spPr>
            <a:xfrm>
              <a:off x="0" y="995324"/>
              <a:ext cx="67800" cy="41481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 name="Slide Number Placeholder 2">
            <a:extLst>
              <a:ext uri="{FF2B5EF4-FFF2-40B4-BE49-F238E27FC236}">
                <a16:creationId xmlns:a16="http://schemas.microsoft.com/office/drawing/2014/main" id="{1D061BA5-0570-16B0-4AF1-CCB45DE12A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1</a:t>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0"/>
          <p:cNvSpPr/>
          <p:nvPr/>
        </p:nvSpPr>
        <p:spPr>
          <a:xfrm>
            <a:off x="915450" y="4394904"/>
            <a:ext cx="1423800" cy="85800"/>
          </a:xfrm>
          <a:prstGeom prst="rect">
            <a:avLst/>
          </a:prstGeom>
          <a:solidFill>
            <a:srgbClr val="CCC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20"/>
          <p:cNvSpPr/>
          <p:nvPr/>
        </p:nvSpPr>
        <p:spPr>
          <a:xfrm>
            <a:off x="2339250" y="4394900"/>
            <a:ext cx="5889300" cy="85800"/>
          </a:xfrm>
          <a:prstGeom prst="rect">
            <a:avLst/>
          </a:prstGeom>
          <a:solidFill>
            <a:srgbClr val="00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20"/>
          <p:cNvSpPr/>
          <p:nvPr/>
        </p:nvSpPr>
        <p:spPr>
          <a:xfrm>
            <a:off x="0" y="0"/>
            <a:ext cx="72600" cy="51435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6" name="Google Shape;96;p20"/>
          <p:cNvGrpSpPr/>
          <p:nvPr/>
        </p:nvGrpSpPr>
        <p:grpSpPr>
          <a:xfrm>
            <a:off x="2532618" y="3219183"/>
            <a:ext cx="405096" cy="405096"/>
            <a:chOff x="7781800" y="2472275"/>
            <a:chExt cx="701100" cy="701100"/>
          </a:xfrm>
        </p:grpSpPr>
        <p:sp>
          <p:nvSpPr>
            <p:cNvPr id="97" name="Google Shape;97;p20"/>
            <p:cNvSpPr/>
            <p:nvPr/>
          </p:nvSpPr>
          <p:spPr>
            <a:xfrm>
              <a:off x="7781800" y="2472275"/>
              <a:ext cx="701100" cy="701100"/>
            </a:xfrm>
            <a:prstGeom prst="ellipse">
              <a:avLst/>
            </a:prstGeom>
            <a:solidFill>
              <a:srgbClr val="DB393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20"/>
            <p:cNvSpPr/>
            <p:nvPr/>
          </p:nvSpPr>
          <p:spPr>
            <a:xfrm>
              <a:off x="7860550" y="2551025"/>
              <a:ext cx="543600" cy="5436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9" name="Google Shape;99;p20"/>
            <p:cNvPicPr preferRelativeResize="0"/>
            <p:nvPr/>
          </p:nvPicPr>
          <p:blipFill rotWithShape="1">
            <a:blip r:embed="rId3">
              <a:alphaModFix/>
            </a:blip>
            <a:srcRect/>
            <a:stretch/>
          </p:blipFill>
          <p:spPr>
            <a:xfrm>
              <a:off x="8064100" y="2585153"/>
              <a:ext cx="136500" cy="481542"/>
            </a:xfrm>
            <a:prstGeom prst="rect">
              <a:avLst/>
            </a:prstGeom>
            <a:noFill/>
            <a:ln>
              <a:noFill/>
            </a:ln>
          </p:spPr>
        </p:pic>
      </p:grpSp>
      <p:grpSp>
        <p:nvGrpSpPr>
          <p:cNvPr id="100" name="Google Shape;100;p20"/>
          <p:cNvGrpSpPr/>
          <p:nvPr/>
        </p:nvGrpSpPr>
        <p:grpSpPr>
          <a:xfrm>
            <a:off x="3692485" y="3219168"/>
            <a:ext cx="405000" cy="405000"/>
            <a:chOff x="3692485" y="3219168"/>
            <a:chExt cx="405000" cy="405000"/>
          </a:xfrm>
        </p:grpSpPr>
        <p:sp>
          <p:nvSpPr>
            <p:cNvPr id="101" name="Google Shape;101;p20"/>
            <p:cNvSpPr/>
            <p:nvPr/>
          </p:nvSpPr>
          <p:spPr>
            <a:xfrm>
              <a:off x="3692485" y="3219168"/>
              <a:ext cx="405000" cy="405000"/>
            </a:xfrm>
            <a:prstGeom prst="ellipse">
              <a:avLst/>
            </a:prstGeom>
            <a:solidFill>
              <a:srgbClr val="93C4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20"/>
            <p:cNvSpPr/>
            <p:nvPr/>
          </p:nvSpPr>
          <p:spPr>
            <a:xfrm>
              <a:off x="3739633" y="3266316"/>
              <a:ext cx="310800" cy="3108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3" name="Google Shape;103;p20"/>
            <p:cNvGrpSpPr/>
            <p:nvPr/>
          </p:nvGrpSpPr>
          <p:grpSpPr>
            <a:xfrm>
              <a:off x="3870592" y="3286077"/>
              <a:ext cx="48882" cy="271277"/>
              <a:chOff x="678425" y="581817"/>
              <a:chExt cx="84600" cy="469500"/>
            </a:xfrm>
          </p:grpSpPr>
          <p:sp>
            <p:nvSpPr>
              <p:cNvPr id="104" name="Google Shape;104;p20"/>
              <p:cNvSpPr/>
              <p:nvPr/>
            </p:nvSpPr>
            <p:spPr>
              <a:xfrm>
                <a:off x="678425" y="581817"/>
                <a:ext cx="84600" cy="84600"/>
              </a:xfrm>
              <a:prstGeom prst="rect">
                <a:avLst/>
              </a:prstGeom>
              <a:solidFill>
                <a:srgbClr val="93C4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20"/>
              <p:cNvSpPr/>
              <p:nvPr/>
            </p:nvSpPr>
            <p:spPr>
              <a:xfrm>
                <a:off x="678425" y="696717"/>
                <a:ext cx="84600" cy="354600"/>
              </a:xfrm>
              <a:prstGeom prst="rect">
                <a:avLst/>
              </a:prstGeom>
              <a:solidFill>
                <a:srgbClr val="93C4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pic>
        <p:nvPicPr>
          <p:cNvPr id="106" name="Google Shape;106;p20"/>
          <p:cNvPicPr preferRelativeResize="0"/>
          <p:nvPr/>
        </p:nvPicPr>
        <p:blipFill rotWithShape="1">
          <a:blip r:embed="rId4">
            <a:alphaModFix/>
          </a:blip>
          <a:srcRect/>
          <a:stretch/>
        </p:blipFill>
        <p:spPr>
          <a:xfrm>
            <a:off x="5955584" y="3232725"/>
            <a:ext cx="898400" cy="477450"/>
          </a:xfrm>
          <a:prstGeom prst="rect">
            <a:avLst/>
          </a:prstGeom>
          <a:noFill/>
          <a:ln>
            <a:noFill/>
          </a:ln>
        </p:spPr>
      </p:pic>
      <p:pic>
        <p:nvPicPr>
          <p:cNvPr id="107" name="Google Shape;107;p20"/>
          <p:cNvPicPr preferRelativeResize="0"/>
          <p:nvPr/>
        </p:nvPicPr>
        <p:blipFill rotWithShape="1">
          <a:blip r:embed="rId5">
            <a:alphaModFix/>
          </a:blip>
          <a:srcRect/>
          <a:stretch/>
        </p:blipFill>
        <p:spPr>
          <a:xfrm>
            <a:off x="4809510" y="3219150"/>
            <a:ext cx="434169" cy="405125"/>
          </a:xfrm>
          <a:prstGeom prst="rect">
            <a:avLst/>
          </a:prstGeom>
          <a:noFill/>
          <a:ln>
            <a:noFill/>
          </a:ln>
        </p:spPr>
      </p:pic>
      <p:sp>
        <p:nvSpPr>
          <p:cNvPr id="108" name="Google Shape;108;p20"/>
          <p:cNvSpPr txBox="1"/>
          <p:nvPr/>
        </p:nvSpPr>
        <p:spPr>
          <a:xfrm>
            <a:off x="2215400" y="3701825"/>
            <a:ext cx="10029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GB" sz="1100" b="0" i="0" u="none" strike="noStrike" cap="none">
                <a:solidFill>
                  <a:srgbClr val="434343"/>
                </a:solidFill>
                <a:latin typeface="Calibri"/>
                <a:ea typeface="Calibri"/>
                <a:cs typeface="Calibri"/>
                <a:sym typeface="Calibri"/>
              </a:rPr>
              <a:t>Error/ Warning</a:t>
            </a:r>
            <a:endParaRPr sz="1100" b="0" i="0" u="none" strike="noStrike" cap="none">
              <a:solidFill>
                <a:srgbClr val="434343"/>
              </a:solidFill>
              <a:latin typeface="Calibri"/>
              <a:ea typeface="Calibri"/>
              <a:cs typeface="Calibri"/>
              <a:sym typeface="Calibri"/>
            </a:endParaRPr>
          </a:p>
        </p:txBody>
      </p:sp>
      <p:sp>
        <p:nvSpPr>
          <p:cNvPr id="109" name="Google Shape;109;p20"/>
          <p:cNvSpPr txBox="1"/>
          <p:nvPr/>
        </p:nvSpPr>
        <p:spPr>
          <a:xfrm>
            <a:off x="3462437" y="3701825"/>
            <a:ext cx="8652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GB" sz="1100" b="0" i="0" u="none" strike="noStrike" cap="none">
                <a:solidFill>
                  <a:srgbClr val="434343"/>
                </a:solidFill>
                <a:latin typeface="Calibri"/>
                <a:ea typeface="Calibri"/>
                <a:cs typeface="Calibri"/>
                <a:sym typeface="Calibri"/>
              </a:rPr>
              <a:t>Information</a:t>
            </a:r>
            <a:endParaRPr sz="1100" b="0" i="0" u="none" strike="noStrike" cap="none">
              <a:solidFill>
                <a:srgbClr val="434343"/>
              </a:solidFill>
              <a:latin typeface="Calibri"/>
              <a:ea typeface="Calibri"/>
              <a:cs typeface="Calibri"/>
              <a:sym typeface="Calibri"/>
            </a:endParaRPr>
          </a:p>
        </p:txBody>
      </p:sp>
      <p:sp>
        <p:nvSpPr>
          <p:cNvPr id="110" name="Google Shape;110;p20"/>
          <p:cNvSpPr txBox="1"/>
          <p:nvPr/>
        </p:nvSpPr>
        <p:spPr>
          <a:xfrm>
            <a:off x="4658548" y="3701825"/>
            <a:ext cx="7629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GB" sz="1100" b="0" i="0" u="none" strike="noStrike" cap="none">
                <a:solidFill>
                  <a:srgbClr val="434343"/>
                </a:solidFill>
                <a:latin typeface="Calibri"/>
                <a:ea typeface="Calibri"/>
                <a:cs typeface="Calibri"/>
                <a:sym typeface="Calibri"/>
              </a:rPr>
              <a:t>Flashback</a:t>
            </a:r>
            <a:endParaRPr sz="1100" b="0" i="0" u="none" strike="noStrike" cap="none">
              <a:solidFill>
                <a:srgbClr val="434343"/>
              </a:solidFill>
              <a:latin typeface="Calibri"/>
              <a:ea typeface="Calibri"/>
              <a:cs typeface="Calibri"/>
              <a:sym typeface="Calibri"/>
            </a:endParaRPr>
          </a:p>
        </p:txBody>
      </p:sp>
      <p:sp>
        <p:nvSpPr>
          <p:cNvPr id="111" name="Google Shape;111;p20"/>
          <p:cNvSpPr txBox="1"/>
          <p:nvPr/>
        </p:nvSpPr>
        <p:spPr>
          <a:xfrm>
            <a:off x="5880987" y="3701825"/>
            <a:ext cx="1047600" cy="293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GB" sz="1100" b="0" i="0" u="none" strike="noStrike" cap="none">
                <a:solidFill>
                  <a:srgbClr val="434343"/>
                </a:solidFill>
                <a:latin typeface="Calibri"/>
                <a:ea typeface="Calibri"/>
                <a:cs typeface="Calibri"/>
                <a:sym typeface="Calibri"/>
              </a:rPr>
              <a:t>Class Exercise</a:t>
            </a:r>
            <a:endParaRPr sz="1100" b="0" i="0" u="none" strike="noStrike" cap="none">
              <a:solidFill>
                <a:srgbClr val="434343"/>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7A466F80-8CFA-DE23-C70D-AD6DAEC656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1"/>
          <p:cNvSpPr txBox="1">
            <a:spLocks noGrp="1"/>
          </p:cNvSpPr>
          <p:nvPr>
            <p:ph type="ctrTitle"/>
          </p:nvPr>
        </p:nvSpPr>
        <p:spPr>
          <a:xfrm>
            <a:off x="360000" y="1870800"/>
            <a:ext cx="8555100" cy="7935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5000"/>
              <a:buNone/>
            </a:pPr>
            <a:r>
              <a:rPr lang="en-GB" sz="3500">
                <a:solidFill>
                  <a:srgbClr val="000000"/>
                </a:solidFill>
                <a:latin typeface="Calibri"/>
                <a:ea typeface="Calibri"/>
                <a:cs typeface="Calibri"/>
                <a:sym typeface="Calibri"/>
              </a:rPr>
              <a:t>Python Operators</a:t>
            </a:r>
            <a:endParaRPr sz="3500">
              <a:solidFill>
                <a:srgbClr val="000000"/>
              </a:solidFill>
              <a:latin typeface="Calibri"/>
              <a:ea typeface="Calibri"/>
              <a:cs typeface="Calibri"/>
              <a:sym typeface="Calibri"/>
            </a:endParaRPr>
          </a:p>
        </p:txBody>
      </p:sp>
      <p:sp>
        <p:nvSpPr>
          <p:cNvPr id="117" name="Google Shape;117;p21"/>
          <p:cNvSpPr txBox="1">
            <a:spLocks noGrp="1"/>
          </p:cNvSpPr>
          <p:nvPr>
            <p:ph type="subTitle" idx="1"/>
          </p:nvPr>
        </p:nvSpPr>
        <p:spPr>
          <a:xfrm>
            <a:off x="360000" y="2664300"/>
            <a:ext cx="8518200" cy="6774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3400"/>
              <a:buNone/>
            </a:pPr>
            <a:r>
              <a:rPr lang="en-GB" sz="3000">
                <a:latin typeface="Calibri"/>
                <a:ea typeface="Calibri"/>
                <a:cs typeface="Calibri"/>
                <a:sym typeface="Calibri"/>
              </a:rPr>
              <a:t>Arithmetic, Relational, Logical, Bitwise, Membership</a:t>
            </a:r>
            <a:endParaRPr sz="3000">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DD13D2C6-C349-AFCB-DF93-E414F88945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3</a:t>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2"/>
          <p:cNvSpPr txBox="1"/>
          <p:nvPr/>
        </p:nvSpPr>
        <p:spPr>
          <a:xfrm>
            <a:off x="260275" y="360000"/>
            <a:ext cx="28914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Python operators</a:t>
            </a:r>
            <a:endParaRPr sz="2600" b="0" i="0" u="none" strike="noStrike" cap="none">
              <a:solidFill>
                <a:srgbClr val="434343"/>
              </a:solidFill>
              <a:latin typeface="Calibri"/>
              <a:ea typeface="Calibri"/>
              <a:cs typeface="Calibri"/>
              <a:sym typeface="Calibri"/>
            </a:endParaRPr>
          </a:p>
        </p:txBody>
      </p:sp>
      <p:pic>
        <p:nvPicPr>
          <p:cNvPr id="123" name="Google Shape;123;p22"/>
          <p:cNvPicPr preferRelativeResize="0"/>
          <p:nvPr/>
        </p:nvPicPr>
        <p:blipFill rotWithShape="1">
          <a:blip r:embed="rId3">
            <a:alphaModFix/>
          </a:blip>
          <a:srcRect/>
          <a:stretch/>
        </p:blipFill>
        <p:spPr>
          <a:xfrm>
            <a:off x="959598" y="2042548"/>
            <a:ext cx="7299495" cy="1779400"/>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840E472A-71E9-65D5-739A-C5AEF3944214}"/>
              </a:ext>
            </a:extLst>
          </p:cNvPr>
          <p:cNvSpPr>
            <a:spLocks noGrp="1"/>
          </p:cNvSpPr>
          <p:nvPr>
            <p:ph type="sldNum" sz="quarter" idx="4"/>
          </p:nvPr>
        </p:nvSpPr>
        <p:spPr/>
        <p:txBody>
          <a:bodyPr/>
          <a:lstStyle/>
          <a:p>
            <a:fld id="{C4627FDD-D8F4-48FC-9A76-0AB68AD867E0}" type="slidenum">
              <a:rPr lang="en-IN" smtClean="0"/>
              <a:t>4</a:t>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p:nvPr/>
        </p:nvSpPr>
        <p:spPr>
          <a:xfrm>
            <a:off x="360000" y="1170000"/>
            <a:ext cx="7940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Calibri"/>
                <a:ea typeface="Calibri"/>
                <a:cs typeface="Calibri"/>
                <a:sym typeface="Calibri"/>
              </a:rPr>
              <a:t>The most common arithmetic operators are:</a:t>
            </a:r>
            <a:endParaRPr sz="1800" b="0" i="0" u="none" strike="noStrike" cap="none">
              <a:solidFill>
                <a:srgbClr val="000000"/>
              </a:solidFill>
              <a:latin typeface="Calibri"/>
              <a:ea typeface="Calibri"/>
              <a:cs typeface="Calibri"/>
              <a:sym typeface="Calibri"/>
            </a:endParaRPr>
          </a:p>
        </p:txBody>
      </p:sp>
      <p:sp>
        <p:nvSpPr>
          <p:cNvPr id="129" name="Google Shape;129;p23"/>
          <p:cNvSpPr txBox="1"/>
          <p:nvPr/>
        </p:nvSpPr>
        <p:spPr>
          <a:xfrm>
            <a:off x="260275" y="360000"/>
            <a:ext cx="28914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Python operators</a:t>
            </a:r>
            <a:endParaRPr sz="2600" b="0" i="0" u="none" strike="noStrike" cap="none">
              <a:solidFill>
                <a:srgbClr val="434343"/>
              </a:solidFill>
              <a:latin typeface="Calibri"/>
              <a:ea typeface="Calibri"/>
              <a:cs typeface="Calibri"/>
              <a:sym typeface="Calibri"/>
            </a:endParaRPr>
          </a:p>
        </p:txBody>
      </p:sp>
      <p:graphicFrame>
        <p:nvGraphicFramePr>
          <p:cNvPr id="130" name="Google Shape;130;p23"/>
          <p:cNvGraphicFramePr/>
          <p:nvPr/>
        </p:nvGraphicFramePr>
        <p:xfrm>
          <a:off x="1772363" y="1709750"/>
          <a:ext cx="5599275" cy="2773470"/>
        </p:xfrm>
        <a:graphic>
          <a:graphicData uri="http://schemas.openxmlformats.org/drawingml/2006/table">
            <a:tbl>
              <a:tblPr>
                <a:noFill/>
                <a:tableStyleId>{A2DCE0CC-F36E-4E3C-B090-96B9BDB6CAFE}</a:tableStyleId>
              </a:tblPr>
              <a:tblGrid>
                <a:gridCol w="821250">
                  <a:extLst>
                    <a:ext uri="{9D8B030D-6E8A-4147-A177-3AD203B41FA5}">
                      <a16:colId xmlns:a16="http://schemas.microsoft.com/office/drawing/2014/main" val="20000"/>
                    </a:ext>
                  </a:extLst>
                </a:gridCol>
                <a:gridCol w="4778025">
                  <a:extLst>
                    <a:ext uri="{9D8B030D-6E8A-4147-A177-3AD203B41FA5}">
                      <a16:colId xmlns:a16="http://schemas.microsoft.com/office/drawing/2014/main" val="20001"/>
                    </a:ext>
                  </a:extLst>
                </a:gridCol>
              </a:tblGrid>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Addition</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0"/>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Subtraction</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1"/>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Multiplication</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2"/>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Division</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3"/>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Modulus</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4"/>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Floor Division</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5"/>
                  </a:ext>
                </a:extLst>
              </a:tr>
              <a:tr h="396200">
                <a:tc>
                  <a:txBody>
                    <a:bodyPr/>
                    <a:lstStyle/>
                    <a:p>
                      <a:pPr marL="0" marR="0" lvl="0" indent="0" algn="ctr" rtl="0">
                        <a:lnSpc>
                          <a:spcPct val="100000"/>
                        </a:lnSpc>
                        <a:spcBef>
                          <a:spcPts val="0"/>
                        </a:spcBef>
                        <a:spcAft>
                          <a:spcPts val="0"/>
                        </a:spcAft>
                        <a:buClr>
                          <a:srgbClr val="000000"/>
                        </a:buClr>
                        <a:buSzPts val="1400"/>
                        <a:buFont typeface="Arial"/>
                        <a:buNone/>
                      </a:pPr>
                      <a:r>
                        <a:rPr lang="en-GB" sz="1400" u="none" strike="noStrike" cap="none"/>
                        <a:t>**</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tc>
                  <a:txBody>
                    <a:bodyPr/>
                    <a:lstStyle/>
                    <a:p>
                      <a:pPr marL="630000" marR="0" lvl="0" indent="0" algn="l" rtl="0">
                        <a:lnSpc>
                          <a:spcPct val="100000"/>
                        </a:lnSpc>
                        <a:spcBef>
                          <a:spcPts val="0"/>
                        </a:spcBef>
                        <a:spcAft>
                          <a:spcPts val="0"/>
                        </a:spcAft>
                        <a:buClr>
                          <a:srgbClr val="000000"/>
                        </a:buClr>
                        <a:buSzPts val="1400"/>
                        <a:buFont typeface="Arial"/>
                        <a:buNone/>
                      </a:pPr>
                      <a:r>
                        <a:rPr lang="en-GB" sz="1400" u="none" strike="noStrike" cap="none"/>
                        <a:t>Exponentiation</a:t>
                      </a:r>
                      <a:endParaRPr sz="1400" u="none" strike="noStrike" cap="none"/>
                    </a:p>
                  </a:txBody>
                  <a:tcPr marL="91425" marR="91425" marT="91425" marB="91425">
                    <a:lnL w="9525" cap="flat" cmpd="sng">
                      <a:solidFill>
                        <a:srgbClr val="14B2D6"/>
                      </a:solidFill>
                      <a:prstDash val="solid"/>
                      <a:round/>
                      <a:headEnd type="none" w="sm" len="sm"/>
                      <a:tailEnd type="none" w="sm" len="sm"/>
                    </a:lnL>
                    <a:lnR w="9525" cap="flat" cmpd="sng">
                      <a:solidFill>
                        <a:srgbClr val="14B2D6"/>
                      </a:solidFill>
                      <a:prstDash val="solid"/>
                      <a:round/>
                      <a:headEnd type="none" w="sm" len="sm"/>
                      <a:tailEnd type="none" w="sm" len="sm"/>
                    </a:lnR>
                    <a:lnT w="9525" cap="flat" cmpd="sng">
                      <a:solidFill>
                        <a:srgbClr val="14B2D6"/>
                      </a:solidFill>
                      <a:prstDash val="solid"/>
                      <a:round/>
                      <a:headEnd type="none" w="sm" len="sm"/>
                      <a:tailEnd type="none" w="sm" len="sm"/>
                    </a:lnT>
                    <a:lnB w="9525" cap="flat" cmpd="sng">
                      <a:solidFill>
                        <a:srgbClr val="14B2D6"/>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2" name="Slide Number Placeholder 1">
            <a:extLst>
              <a:ext uri="{FF2B5EF4-FFF2-40B4-BE49-F238E27FC236}">
                <a16:creationId xmlns:a16="http://schemas.microsoft.com/office/drawing/2014/main" id="{E0497B2B-A787-C501-B937-2EDCA75927BD}"/>
              </a:ext>
            </a:extLst>
          </p:cNvPr>
          <p:cNvSpPr>
            <a:spLocks noGrp="1"/>
          </p:cNvSpPr>
          <p:nvPr>
            <p:ph type="sldNum" sz="quarter" idx="4"/>
          </p:nvPr>
        </p:nvSpPr>
        <p:spPr/>
        <p:txBody>
          <a:bodyPr/>
          <a:lstStyle/>
          <a:p>
            <a:fld id="{C4627FDD-D8F4-48FC-9A76-0AB68AD867E0}" type="slidenum">
              <a:rPr lang="en-IN" smtClean="0"/>
              <a:t>5</a:t>
            </a:fld>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4"/>
          <p:cNvSpPr txBox="1"/>
          <p:nvPr/>
        </p:nvSpPr>
        <p:spPr>
          <a:xfrm>
            <a:off x="720000" y="2351325"/>
            <a:ext cx="6071400" cy="516300"/>
          </a:xfrm>
          <a:prstGeom prst="rect">
            <a:avLst/>
          </a:prstGeom>
          <a:noFill/>
          <a:ln>
            <a:noFill/>
          </a:ln>
        </p:spPr>
        <p:txBody>
          <a:bodyPr spcFirstLastPara="1" wrap="square" lIns="34300" tIns="17150" rIns="34300" bIns="1715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3500" b="0" i="0" u="none" strike="noStrike" cap="none">
                <a:solidFill>
                  <a:srgbClr val="000000"/>
                </a:solidFill>
                <a:latin typeface="Calibri"/>
                <a:ea typeface="Calibri"/>
                <a:cs typeface="Calibri"/>
                <a:sym typeface="Calibri"/>
              </a:rPr>
              <a:t>Arithmetic Operators</a:t>
            </a:r>
            <a:endParaRPr sz="3500" b="0" i="0" u="none" strike="noStrike" cap="none">
              <a:solidFill>
                <a:srgbClr val="000000"/>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9DAC9042-EBCF-4D46-0792-57027F09D924}"/>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GB" smtClean="0"/>
              <a:t>6</a:t>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5"/>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Addition</a:t>
            </a:r>
            <a:endParaRPr sz="2600" b="0" i="0" u="none" strike="noStrike" cap="none">
              <a:solidFill>
                <a:srgbClr val="434343"/>
              </a:solidFill>
              <a:latin typeface="Calibri"/>
              <a:ea typeface="Calibri"/>
              <a:cs typeface="Calibri"/>
              <a:sym typeface="Calibri"/>
            </a:endParaRPr>
          </a:p>
        </p:txBody>
      </p:sp>
      <p:pic>
        <p:nvPicPr>
          <p:cNvPr id="142" name="Google Shape;142;p25"/>
          <p:cNvPicPr preferRelativeResize="0"/>
          <p:nvPr/>
        </p:nvPicPr>
        <p:blipFill rotWithShape="1">
          <a:blip r:embed="rId3">
            <a:alphaModFix/>
          </a:blip>
          <a:srcRect/>
          <a:stretch/>
        </p:blipFill>
        <p:spPr>
          <a:xfrm>
            <a:off x="1866900" y="1664000"/>
            <a:ext cx="5410200" cy="3223260"/>
          </a:xfrm>
          <a:prstGeom prst="rect">
            <a:avLst/>
          </a:prstGeom>
          <a:noFill/>
          <a:ln w="9525" cap="flat" cmpd="sng">
            <a:solidFill>
              <a:srgbClr val="14B2D6"/>
            </a:solidFill>
            <a:prstDash val="solid"/>
            <a:round/>
            <a:headEnd type="none" w="sm" len="sm"/>
            <a:tailEnd type="none" w="sm" len="sm"/>
          </a:ln>
        </p:spPr>
      </p:pic>
      <p:sp>
        <p:nvSpPr>
          <p:cNvPr id="143" name="Google Shape;143;p25"/>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Adding integer and float variables </a:t>
            </a:r>
            <a:endParaRPr sz="18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CEA62E8A-7BC3-DA87-3202-FB924672AE16}"/>
              </a:ext>
            </a:extLst>
          </p:cNvPr>
          <p:cNvSpPr>
            <a:spLocks noGrp="1"/>
          </p:cNvSpPr>
          <p:nvPr>
            <p:ph type="sldNum" sz="quarter" idx="4"/>
          </p:nvPr>
        </p:nvSpPr>
        <p:spPr/>
        <p:txBody>
          <a:bodyPr/>
          <a:lstStyle/>
          <a:p>
            <a:fld id="{C4627FDD-D8F4-48FC-9A76-0AB68AD867E0}" type="slidenum">
              <a:rPr lang="en-IN" smtClean="0"/>
              <a:t>7</a:t>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6"/>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Addition</a:t>
            </a:r>
            <a:endParaRPr sz="2600" b="0" i="0" u="none" strike="noStrike" cap="none">
              <a:solidFill>
                <a:srgbClr val="434343"/>
              </a:solidFill>
              <a:latin typeface="Calibri"/>
              <a:ea typeface="Calibri"/>
              <a:cs typeface="Calibri"/>
              <a:sym typeface="Calibri"/>
            </a:endParaRPr>
          </a:p>
        </p:txBody>
      </p:sp>
      <p:pic>
        <p:nvPicPr>
          <p:cNvPr id="149" name="Google Shape;149;p26"/>
          <p:cNvPicPr preferRelativeResize="0"/>
          <p:nvPr/>
        </p:nvPicPr>
        <p:blipFill rotWithShape="1">
          <a:blip r:embed="rId3">
            <a:alphaModFix/>
          </a:blip>
          <a:srcRect b="-7979"/>
          <a:stretch/>
        </p:blipFill>
        <p:spPr>
          <a:xfrm>
            <a:off x="1883100" y="1800000"/>
            <a:ext cx="5234675" cy="2923675"/>
          </a:xfrm>
          <a:prstGeom prst="rect">
            <a:avLst/>
          </a:prstGeom>
          <a:noFill/>
          <a:ln w="9525" cap="flat" cmpd="sng">
            <a:solidFill>
              <a:srgbClr val="14B2D6"/>
            </a:solidFill>
            <a:prstDash val="solid"/>
            <a:round/>
            <a:headEnd type="none" w="sm" len="sm"/>
            <a:tailEnd type="none" w="sm" len="sm"/>
          </a:ln>
        </p:spPr>
      </p:pic>
      <p:sp>
        <p:nvSpPr>
          <p:cNvPr id="150" name="Google Shape;150;p26"/>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When strings are added, the + (addition) operator concatenates the strings.</a:t>
            </a:r>
            <a:endParaRPr sz="18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35CC0135-4747-B194-2C62-346073729DDF}"/>
              </a:ext>
            </a:extLst>
          </p:cNvPr>
          <p:cNvSpPr>
            <a:spLocks noGrp="1"/>
          </p:cNvSpPr>
          <p:nvPr>
            <p:ph type="sldNum" sz="quarter" idx="4"/>
          </p:nvPr>
        </p:nvSpPr>
        <p:spPr/>
        <p:txBody>
          <a:bodyPr/>
          <a:lstStyle/>
          <a:p>
            <a:fld id="{C4627FDD-D8F4-48FC-9A76-0AB68AD867E0}" type="slidenum">
              <a:rPr lang="en-IN" smtClean="0"/>
              <a:t>8</a:t>
            </a:fld>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Subtraction</a:t>
            </a:r>
            <a:endParaRPr sz="2600" b="0" i="0" u="none" strike="noStrike" cap="none">
              <a:solidFill>
                <a:srgbClr val="434343"/>
              </a:solidFill>
              <a:latin typeface="Calibri"/>
              <a:ea typeface="Calibri"/>
              <a:cs typeface="Calibri"/>
              <a:sym typeface="Calibri"/>
            </a:endParaRPr>
          </a:p>
        </p:txBody>
      </p:sp>
      <p:pic>
        <p:nvPicPr>
          <p:cNvPr id="156" name="Google Shape;156;p27"/>
          <p:cNvPicPr preferRelativeResize="0"/>
          <p:nvPr/>
        </p:nvPicPr>
        <p:blipFill rotWithShape="1">
          <a:blip r:embed="rId3">
            <a:alphaModFix/>
          </a:blip>
          <a:srcRect/>
          <a:stretch/>
        </p:blipFill>
        <p:spPr>
          <a:xfrm>
            <a:off x="1840225" y="1671800"/>
            <a:ext cx="5463540" cy="3234991"/>
          </a:xfrm>
          <a:prstGeom prst="rect">
            <a:avLst/>
          </a:prstGeom>
          <a:noFill/>
          <a:ln w="9525" cap="flat" cmpd="sng">
            <a:solidFill>
              <a:srgbClr val="14B2D6"/>
            </a:solidFill>
            <a:prstDash val="solid"/>
            <a:round/>
            <a:headEnd type="none" w="sm" len="sm"/>
            <a:tailEnd type="none" w="sm" len="sm"/>
          </a:ln>
        </p:spPr>
      </p:pic>
      <p:sp>
        <p:nvSpPr>
          <p:cNvPr id="157" name="Google Shape;157;p27"/>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Subtracting integer and float variables </a:t>
            </a:r>
            <a:endParaRPr sz="18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3AEBB40F-2E95-5BD4-BE66-8B9D2BDEE672}"/>
              </a:ext>
            </a:extLst>
          </p:cNvPr>
          <p:cNvSpPr>
            <a:spLocks noGrp="1"/>
          </p:cNvSpPr>
          <p:nvPr>
            <p:ph type="sldNum" sz="quarter" idx="4"/>
          </p:nvPr>
        </p:nvSpPr>
        <p:spPr/>
        <p:txBody>
          <a:bodyPr/>
          <a:lstStyle/>
          <a:p>
            <a:fld id="{C4627FDD-D8F4-48FC-9A76-0AB68AD867E0}" type="slidenum">
              <a:rPr lang="en-IN" smtClean="0"/>
              <a:t>9</a:t>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8"/>
          <p:cNvSpPr txBox="1"/>
          <p:nvPr/>
        </p:nvSpPr>
        <p:spPr>
          <a:xfrm>
            <a:off x="360000" y="1170000"/>
            <a:ext cx="8280900" cy="603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When two strings are added, the + (addition) operator concatenates the two strings. Subtracting two strings does not make sense.</a:t>
            </a:r>
            <a:endParaRPr sz="1800" b="0" i="0" u="none" strike="noStrike" cap="none">
              <a:solidFill>
                <a:srgbClr val="000000"/>
              </a:solidFill>
              <a:latin typeface="Calibri"/>
              <a:ea typeface="Calibri"/>
              <a:cs typeface="Calibri"/>
              <a:sym typeface="Calibri"/>
            </a:endParaRPr>
          </a:p>
        </p:txBody>
      </p:sp>
      <p:sp>
        <p:nvSpPr>
          <p:cNvPr id="163" name="Google Shape;163;p28"/>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Subtraction</a:t>
            </a:r>
            <a:endParaRPr sz="2600" b="0" i="0" u="none" strike="noStrike" cap="none">
              <a:solidFill>
                <a:srgbClr val="434343"/>
              </a:solidFill>
              <a:latin typeface="Calibri"/>
              <a:ea typeface="Calibri"/>
              <a:cs typeface="Calibri"/>
              <a:sym typeface="Calibri"/>
            </a:endParaRPr>
          </a:p>
        </p:txBody>
      </p:sp>
      <p:pic>
        <p:nvPicPr>
          <p:cNvPr id="164" name="Google Shape;164;p28"/>
          <p:cNvPicPr preferRelativeResize="0"/>
          <p:nvPr/>
        </p:nvPicPr>
        <p:blipFill rotWithShape="1">
          <a:blip r:embed="rId3">
            <a:alphaModFix/>
          </a:blip>
          <a:srcRect/>
          <a:stretch/>
        </p:blipFill>
        <p:spPr>
          <a:xfrm>
            <a:off x="1840225" y="2016125"/>
            <a:ext cx="5463540" cy="2102469"/>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05927042-F8CC-9289-4C46-B4C085001433}"/>
              </a:ext>
            </a:extLst>
          </p:cNvPr>
          <p:cNvSpPr>
            <a:spLocks noGrp="1"/>
          </p:cNvSpPr>
          <p:nvPr>
            <p:ph type="sldNum" sz="quarter" idx="4"/>
          </p:nvPr>
        </p:nvSpPr>
        <p:spPr/>
        <p:txBody>
          <a:bodyPr/>
          <a:lstStyle/>
          <a:p>
            <a:fld id="{C4627FDD-D8F4-48FC-9A76-0AB68AD867E0}" type="slidenum">
              <a:rPr lang="en-IN" smtClean="0"/>
              <a:t>10</a:t>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9"/>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Multiplication</a:t>
            </a:r>
            <a:endParaRPr sz="2600" b="0" i="0" u="none" strike="noStrike" cap="none">
              <a:solidFill>
                <a:srgbClr val="434343"/>
              </a:solidFill>
              <a:latin typeface="Calibri"/>
              <a:ea typeface="Calibri"/>
              <a:cs typeface="Calibri"/>
              <a:sym typeface="Calibri"/>
            </a:endParaRPr>
          </a:p>
        </p:txBody>
      </p:sp>
      <p:sp>
        <p:nvSpPr>
          <p:cNvPr id="170" name="Google Shape;170;p29"/>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Multiplying integer and float variables </a:t>
            </a:r>
            <a:endParaRPr sz="1800" b="0" i="0" u="none" strike="noStrike" cap="none">
              <a:solidFill>
                <a:srgbClr val="000000"/>
              </a:solidFill>
              <a:latin typeface="Calibri"/>
              <a:ea typeface="Calibri"/>
              <a:cs typeface="Calibri"/>
              <a:sym typeface="Calibri"/>
            </a:endParaRPr>
          </a:p>
        </p:txBody>
      </p:sp>
      <p:pic>
        <p:nvPicPr>
          <p:cNvPr id="171" name="Google Shape;171;p29"/>
          <p:cNvPicPr preferRelativeResize="0"/>
          <p:nvPr/>
        </p:nvPicPr>
        <p:blipFill rotWithShape="1">
          <a:blip r:embed="rId3">
            <a:alphaModFix/>
          </a:blip>
          <a:srcRect/>
          <a:stretch/>
        </p:blipFill>
        <p:spPr>
          <a:xfrm>
            <a:off x="1696263" y="1615500"/>
            <a:ext cx="5608363" cy="3308700"/>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86E52135-2756-C125-9780-47DF7979F4A8}"/>
              </a:ext>
            </a:extLst>
          </p:cNvPr>
          <p:cNvSpPr>
            <a:spLocks noGrp="1"/>
          </p:cNvSpPr>
          <p:nvPr>
            <p:ph type="sldNum" sz="quarter" idx="4"/>
          </p:nvPr>
        </p:nvSpPr>
        <p:spPr/>
        <p:txBody>
          <a:bodyPr/>
          <a:lstStyle/>
          <a:p>
            <a:fld id="{C4627FDD-D8F4-48FC-9A76-0AB68AD867E0}" type="slidenum">
              <a:rPr lang="en-IN" smtClean="0"/>
              <a:t>11</a:t>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30"/>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Multiplication</a:t>
            </a:r>
            <a:endParaRPr sz="2600" b="0" i="0" u="none" strike="noStrike" cap="none">
              <a:solidFill>
                <a:srgbClr val="434343"/>
              </a:solidFill>
              <a:latin typeface="Calibri"/>
              <a:ea typeface="Calibri"/>
              <a:cs typeface="Calibri"/>
              <a:sym typeface="Calibri"/>
            </a:endParaRPr>
          </a:p>
        </p:txBody>
      </p:sp>
      <p:sp>
        <p:nvSpPr>
          <p:cNvPr id="177" name="Google Shape;177;p30"/>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Multiplying a string variable with an integer</a:t>
            </a:r>
            <a:endParaRPr sz="1800" b="0" i="0" u="none" strike="noStrike" cap="none">
              <a:solidFill>
                <a:srgbClr val="000000"/>
              </a:solidFill>
              <a:latin typeface="Calibri"/>
              <a:ea typeface="Calibri"/>
              <a:cs typeface="Calibri"/>
              <a:sym typeface="Calibri"/>
            </a:endParaRPr>
          </a:p>
        </p:txBody>
      </p:sp>
      <p:pic>
        <p:nvPicPr>
          <p:cNvPr id="178" name="Google Shape;178;p30"/>
          <p:cNvPicPr preferRelativeResize="0"/>
          <p:nvPr/>
        </p:nvPicPr>
        <p:blipFill rotWithShape="1">
          <a:blip r:embed="rId3">
            <a:alphaModFix/>
          </a:blip>
          <a:srcRect/>
          <a:stretch/>
        </p:blipFill>
        <p:spPr>
          <a:xfrm>
            <a:off x="1840225" y="2016125"/>
            <a:ext cx="5463540" cy="1408367"/>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0FF43606-7376-A038-3F70-A151EB4BB48C}"/>
              </a:ext>
            </a:extLst>
          </p:cNvPr>
          <p:cNvSpPr>
            <a:spLocks noGrp="1"/>
          </p:cNvSpPr>
          <p:nvPr>
            <p:ph type="sldNum" sz="quarter" idx="4"/>
          </p:nvPr>
        </p:nvSpPr>
        <p:spPr/>
        <p:txBody>
          <a:bodyPr/>
          <a:lstStyle/>
          <a:p>
            <a:fld id="{C4627FDD-D8F4-48FC-9A76-0AB68AD867E0}" type="slidenum">
              <a:rPr lang="en-IN" smtClean="0"/>
              <a:t>12</a:t>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1"/>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Division</a:t>
            </a:r>
            <a:endParaRPr sz="2600" b="0" i="0" u="none" strike="noStrike" cap="none">
              <a:solidFill>
                <a:srgbClr val="434343"/>
              </a:solidFill>
              <a:latin typeface="Calibri"/>
              <a:ea typeface="Calibri"/>
              <a:cs typeface="Calibri"/>
              <a:sym typeface="Calibri"/>
            </a:endParaRPr>
          </a:p>
        </p:txBody>
      </p:sp>
      <p:sp>
        <p:nvSpPr>
          <p:cNvPr id="184" name="Google Shape;184;p31"/>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Dividing an integer/float with an integer or float.</a:t>
            </a:r>
            <a:endParaRPr sz="1800" b="0" i="0" u="none" strike="noStrike" cap="none">
              <a:solidFill>
                <a:srgbClr val="000000"/>
              </a:solidFill>
              <a:latin typeface="Calibri"/>
              <a:ea typeface="Calibri"/>
              <a:cs typeface="Calibri"/>
              <a:sym typeface="Calibri"/>
            </a:endParaRPr>
          </a:p>
        </p:txBody>
      </p:sp>
      <p:pic>
        <p:nvPicPr>
          <p:cNvPr id="185" name="Google Shape;185;p31"/>
          <p:cNvPicPr preferRelativeResize="0"/>
          <p:nvPr/>
        </p:nvPicPr>
        <p:blipFill rotWithShape="1">
          <a:blip r:embed="rId3">
            <a:alphaModFix/>
          </a:blip>
          <a:srcRect/>
          <a:stretch/>
        </p:blipFill>
        <p:spPr>
          <a:xfrm>
            <a:off x="1119075" y="1800000"/>
            <a:ext cx="6762750" cy="2847975"/>
          </a:xfrm>
          <a:prstGeom prst="rect">
            <a:avLst/>
          </a:prstGeom>
          <a:noFill/>
          <a:ln w="9525" cap="flat" cmpd="sng">
            <a:solidFill>
              <a:srgbClr val="14B2D6"/>
            </a:solidFill>
            <a:prstDash val="solid"/>
            <a:round/>
            <a:headEnd type="none" w="sm" len="sm"/>
            <a:tailEnd type="none" w="sm" len="sm"/>
          </a:ln>
        </p:spPr>
      </p:pic>
      <p:sp>
        <p:nvSpPr>
          <p:cNvPr id="186" name="Google Shape;186;p31"/>
          <p:cNvSpPr/>
          <p:nvPr/>
        </p:nvSpPr>
        <p:spPr>
          <a:xfrm>
            <a:off x="6772200" y="4030225"/>
            <a:ext cx="2150400" cy="892800"/>
          </a:xfrm>
          <a:prstGeom prst="bracketPair">
            <a:avLst/>
          </a:prstGeom>
          <a:solidFill>
            <a:srgbClr val="FFFFFF"/>
          </a:solidFill>
          <a:ln w="9525" cap="flat" cmpd="sng">
            <a:solidFill>
              <a:srgbClr val="14B2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GB" sz="1100">
                <a:solidFill>
                  <a:srgbClr val="14B2D6"/>
                </a:solidFill>
                <a:latin typeface="Calibri"/>
                <a:ea typeface="Calibri"/>
                <a:cs typeface="Calibri"/>
                <a:sym typeface="Calibri"/>
              </a:rPr>
              <a:t>Note: Even when an integer is divided by another integer, the data type of the result is of float type.</a:t>
            </a:r>
            <a:endParaRPr sz="1100">
              <a:solidFill>
                <a:srgbClr val="14B2D6"/>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4E968581-57B3-DE4E-293A-351849B2A733}"/>
              </a:ext>
            </a:extLst>
          </p:cNvPr>
          <p:cNvSpPr>
            <a:spLocks noGrp="1"/>
          </p:cNvSpPr>
          <p:nvPr>
            <p:ph type="sldNum" sz="quarter" idx="4"/>
          </p:nvPr>
        </p:nvSpPr>
        <p:spPr/>
        <p:txBody>
          <a:bodyPr/>
          <a:lstStyle/>
          <a:p>
            <a:fld id="{C4627FDD-D8F4-48FC-9A76-0AB68AD867E0}" type="slidenum">
              <a:rPr lang="en-IN" smtClean="0"/>
              <a:t>13</a:t>
            </a:fld>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2"/>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Modulus</a:t>
            </a:r>
            <a:endParaRPr sz="2600" b="0" i="0" u="none" strike="noStrike" cap="none">
              <a:solidFill>
                <a:srgbClr val="434343"/>
              </a:solidFill>
              <a:latin typeface="Calibri"/>
              <a:ea typeface="Calibri"/>
              <a:cs typeface="Calibri"/>
              <a:sym typeface="Calibri"/>
            </a:endParaRPr>
          </a:p>
        </p:txBody>
      </p:sp>
      <p:sp>
        <p:nvSpPr>
          <p:cNvPr id="192" name="Google Shape;192;p32"/>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Modulus gives us the remainder when a value is divided by the divisor</a:t>
            </a:r>
            <a:endParaRPr sz="1800" b="0" i="0" u="none" strike="noStrike" cap="none">
              <a:solidFill>
                <a:srgbClr val="000000"/>
              </a:solidFill>
              <a:latin typeface="Calibri"/>
              <a:ea typeface="Calibri"/>
              <a:cs typeface="Calibri"/>
              <a:sym typeface="Calibri"/>
            </a:endParaRPr>
          </a:p>
        </p:txBody>
      </p:sp>
      <p:pic>
        <p:nvPicPr>
          <p:cNvPr id="193" name="Google Shape;193;p32"/>
          <p:cNvPicPr preferRelativeResize="0"/>
          <p:nvPr/>
        </p:nvPicPr>
        <p:blipFill rotWithShape="1">
          <a:blip r:embed="rId3">
            <a:alphaModFix/>
          </a:blip>
          <a:srcRect/>
          <a:stretch/>
        </p:blipFill>
        <p:spPr>
          <a:xfrm>
            <a:off x="1784825" y="1510425"/>
            <a:ext cx="5431275" cy="3229625"/>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6502A881-9B60-61BE-37B2-939CA7E56ABB}"/>
              </a:ext>
            </a:extLst>
          </p:cNvPr>
          <p:cNvSpPr>
            <a:spLocks noGrp="1"/>
          </p:cNvSpPr>
          <p:nvPr>
            <p:ph type="sldNum" sz="quarter" idx="4"/>
          </p:nvPr>
        </p:nvSpPr>
        <p:spPr/>
        <p:txBody>
          <a:bodyPr/>
          <a:lstStyle/>
          <a:p>
            <a:fld id="{C4627FDD-D8F4-48FC-9A76-0AB68AD867E0}" type="slidenum">
              <a:rPr lang="en-IN" smtClean="0"/>
              <a:t>14</a:t>
            </a:fld>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pic>
        <p:nvPicPr>
          <p:cNvPr id="198" name="Google Shape;198;p33"/>
          <p:cNvPicPr preferRelativeResize="0"/>
          <p:nvPr/>
        </p:nvPicPr>
        <p:blipFill rotWithShape="1">
          <a:blip r:embed="rId3">
            <a:alphaModFix/>
          </a:blip>
          <a:srcRect r="23334"/>
          <a:stretch/>
        </p:blipFill>
        <p:spPr>
          <a:xfrm>
            <a:off x="992963" y="1800000"/>
            <a:ext cx="7014974" cy="2997374"/>
          </a:xfrm>
          <a:prstGeom prst="rect">
            <a:avLst/>
          </a:prstGeom>
          <a:noFill/>
          <a:ln w="9525" cap="flat" cmpd="sng">
            <a:solidFill>
              <a:srgbClr val="14B2D6"/>
            </a:solidFill>
            <a:prstDash val="solid"/>
            <a:round/>
            <a:headEnd type="none" w="sm" len="sm"/>
            <a:tailEnd type="none" w="sm" len="sm"/>
          </a:ln>
        </p:spPr>
      </p:pic>
      <p:sp>
        <p:nvSpPr>
          <p:cNvPr id="199" name="Google Shape;199;p33"/>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Floor Division</a:t>
            </a:r>
            <a:endParaRPr sz="2600" b="0" i="0" u="none" strike="noStrike" cap="none">
              <a:solidFill>
                <a:srgbClr val="434343"/>
              </a:solidFill>
              <a:latin typeface="Calibri"/>
              <a:ea typeface="Calibri"/>
              <a:cs typeface="Calibri"/>
              <a:sym typeface="Calibri"/>
            </a:endParaRPr>
          </a:p>
        </p:txBody>
      </p:sp>
      <p:sp>
        <p:nvSpPr>
          <p:cNvPr id="200" name="Google Shape;200;p33"/>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Floor division gives us the quotient when a value is divided by the divisor</a:t>
            </a:r>
            <a:endParaRPr sz="18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85322A03-F36D-06E5-FA90-AC2C461C1374}"/>
              </a:ext>
            </a:extLst>
          </p:cNvPr>
          <p:cNvSpPr>
            <a:spLocks noGrp="1"/>
          </p:cNvSpPr>
          <p:nvPr>
            <p:ph type="sldNum" sz="quarter" idx="4"/>
          </p:nvPr>
        </p:nvSpPr>
        <p:spPr/>
        <p:txBody>
          <a:bodyPr/>
          <a:lstStyle/>
          <a:p>
            <a:fld id="{C4627FDD-D8F4-48FC-9A76-0AB68AD867E0}" type="slidenum">
              <a:rPr lang="en-IN" smtClean="0"/>
              <a:t>15</a:t>
            </a:fld>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4"/>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Arithmetic operators: Exponentiation</a:t>
            </a:r>
            <a:endParaRPr sz="2600" b="0" i="0" u="none" strike="noStrike" cap="none">
              <a:solidFill>
                <a:srgbClr val="434343"/>
              </a:solidFill>
              <a:latin typeface="Calibri"/>
              <a:ea typeface="Calibri"/>
              <a:cs typeface="Calibri"/>
              <a:sym typeface="Calibri"/>
            </a:endParaRPr>
          </a:p>
        </p:txBody>
      </p:sp>
      <p:pic>
        <p:nvPicPr>
          <p:cNvPr id="206" name="Google Shape;206;p34"/>
          <p:cNvPicPr preferRelativeResize="0"/>
          <p:nvPr/>
        </p:nvPicPr>
        <p:blipFill rotWithShape="1">
          <a:blip r:embed="rId3">
            <a:alphaModFix/>
          </a:blip>
          <a:srcRect/>
          <a:stretch/>
        </p:blipFill>
        <p:spPr>
          <a:xfrm>
            <a:off x="1200150" y="1763950"/>
            <a:ext cx="6743700" cy="2962275"/>
          </a:xfrm>
          <a:prstGeom prst="rect">
            <a:avLst/>
          </a:prstGeom>
          <a:noFill/>
          <a:ln w="9525" cap="flat" cmpd="sng">
            <a:solidFill>
              <a:srgbClr val="14B2D6"/>
            </a:solidFill>
            <a:prstDash val="solid"/>
            <a:round/>
            <a:headEnd type="none" w="sm" len="sm"/>
            <a:tailEnd type="none" w="sm" len="sm"/>
          </a:ln>
        </p:spPr>
      </p:pic>
      <p:sp>
        <p:nvSpPr>
          <p:cNvPr id="207" name="Google Shape;207;p34"/>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Exponentiation can calculate the power of a value</a:t>
            </a:r>
            <a:endParaRPr sz="1800" b="0" i="0" u="none" strike="noStrike" cap="none">
              <a:solidFill>
                <a:srgbClr val="000000"/>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DFBE50EE-82D8-EDF0-19D3-3271A4211872}"/>
              </a:ext>
            </a:extLst>
          </p:cNvPr>
          <p:cNvSpPr>
            <a:spLocks noGrp="1"/>
          </p:cNvSpPr>
          <p:nvPr>
            <p:ph type="sldNum" sz="quarter" idx="4"/>
          </p:nvPr>
        </p:nvSpPr>
        <p:spPr/>
        <p:txBody>
          <a:bodyPr/>
          <a:lstStyle/>
          <a:p>
            <a:fld id="{C4627FDD-D8F4-48FC-9A76-0AB68AD867E0}" type="slidenum">
              <a:rPr lang="en-IN" smtClean="0"/>
              <a:t>16</a:t>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5"/>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Runtime variable assignment</a:t>
            </a:r>
            <a:endParaRPr sz="2600" b="0" i="0" u="none" strike="noStrike" cap="none">
              <a:solidFill>
                <a:srgbClr val="434343"/>
              </a:solidFill>
              <a:latin typeface="Calibri"/>
              <a:ea typeface="Calibri"/>
              <a:cs typeface="Calibri"/>
              <a:sym typeface="Calibri"/>
            </a:endParaRPr>
          </a:p>
        </p:txBody>
      </p:sp>
      <p:pic>
        <p:nvPicPr>
          <p:cNvPr id="213" name="Google Shape;213;p35"/>
          <p:cNvPicPr preferRelativeResize="0"/>
          <p:nvPr/>
        </p:nvPicPr>
        <p:blipFill rotWithShape="1">
          <a:blip r:embed="rId3">
            <a:alphaModFix/>
          </a:blip>
          <a:srcRect/>
          <a:stretch/>
        </p:blipFill>
        <p:spPr>
          <a:xfrm>
            <a:off x="1941500" y="3341300"/>
            <a:ext cx="6762750" cy="1400175"/>
          </a:xfrm>
          <a:prstGeom prst="rect">
            <a:avLst/>
          </a:prstGeom>
          <a:noFill/>
          <a:ln w="9525" cap="flat" cmpd="sng">
            <a:solidFill>
              <a:srgbClr val="14B2D6"/>
            </a:solidFill>
            <a:prstDash val="solid"/>
            <a:round/>
            <a:headEnd type="none" w="sm" len="sm"/>
            <a:tailEnd type="none" w="sm" len="sm"/>
          </a:ln>
        </p:spPr>
      </p:pic>
      <p:sp>
        <p:nvSpPr>
          <p:cNvPr id="214" name="Google Shape;214;p35"/>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The input() function allows the user to enter a value. After entering the value press [Enter]</a:t>
            </a:r>
            <a:endParaRPr sz="1800" b="0" i="0" u="none" strike="noStrike" cap="none">
              <a:solidFill>
                <a:srgbClr val="000000"/>
              </a:solidFill>
              <a:latin typeface="Calibri"/>
              <a:ea typeface="Calibri"/>
              <a:cs typeface="Calibri"/>
              <a:sym typeface="Calibri"/>
            </a:endParaRPr>
          </a:p>
        </p:txBody>
      </p:sp>
      <p:pic>
        <p:nvPicPr>
          <p:cNvPr id="215" name="Google Shape;215;p35"/>
          <p:cNvPicPr preferRelativeResize="0"/>
          <p:nvPr/>
        </p:nvPicPr>
        <p:blipFill rotWithShape="1">
          <a:blip r:embed="rId4">
            <a:alphaModFix/>
          </a:blip>
          <a:srcRect/>
          <a:stretch/>
        </p:blipFill>
        <p:spPr>
          <a:xfrm>
            <a:off x="449125" y="1778413"/>
            <a:ext cx="6762750" cy="1314450"/>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4B8C6410-22E7-D101-6A85-2904A5F750E0}"/>
              </a:ext>
            </a:extLst>
          </p:cNvPr>
          <p:cNvSpPr>
            <a:spLocks noGrp="1"/>
          </p:cNvSpPr>
          <p:nvPr>
            <p:ph type="sldNum" sz="quarter" idx="4"/>
          </p:nvPr>
        </p:nvSpPr>
        <p:spPr/>
        <p:txBody>
          <a:bodyPr/>
          <a:lstStyle/>
          <a:p>
            <a:fld id="{C4627FDD-D8F4-48FC-9A76-0AB68AD867E0}" type="slidenum">
              <a:rPr lang="en-IN" smtClean="0"/>
              <a:t>17</a:t>
            </a:fld>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6"/>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Runtime variable assignment</a:t>
            </a:r>
            <a:endParaRPr sz="2600" b="0" i="0" u="none" strike="noStrike" cap="none">
              <a:solidFill>
                <a:srgbClr val="434343"/>
              </a:solidFill>
              <a:latin typeface="Calibri"/>
              <a:ea typeface="Calibri"/>
              <a:cs typeface="Calibri"/>
              <a:sym typeface="Calibri"/>
            </a:endParaRPr>
          </a:p>
        </p:txBody>
      </p:sp>
      <p:pic>
        <p:nvPicPr>
          <p:cNvPr id="221" name="Google Shape;221;p36"/>
          <p:cNvPicPr preferRelativeResize="0"/>
          <p:nvPr/>
        </p:nvPicPr>
        <p:blipFill rotWithShape="1">
          <a:blip r:embed="rId3">
            <a:alphaModFix/>
          </a:blip>
          <a:srcRect/>
          <a:stretch/>
        </p:blipFill>
        <p:spPr>
          <a:xfrm>
            <a:off x="1754625" y="1017600"/>
            <a:ext cx="5634725" cy="3603050"/>
          </a:xfrm>
          <a:prstGeom prst="rect">
            <a:avLst/>
          </a:prstGeom>
          <a:noFill/>
          <a:ln w="9525" cap="flat" cmpd="sng">
            <a:solidFill>
              <a:srgbClr val="14B2D6"/>
            </a:solidFill>
            <a:prstDash val="solid"/>
            <a:round/>
            <a:headEnd type="none" w="sm" len="sm"/>
            <a:tailEnd type="none" w="sm" len="sm"/>
          </a:ln>
        </p:spPr>
      </p:pic>
      <p:sp>
        <p:nvSpPr>
          <p:cNvPr id="222" name="Google Shape;222;p36"/>
          <p:cNvSpPr/>
          <p:nvPr/>
        </p:nvSpPr>
        <p:spPr>
          <a:xfrm>
            <a:off x="6772200" y="3719550"/>
            <a:ext cx="2150400" cy="1203600"/>
          </a:xfrm>
          <a:prstGeom prst="bracketPair">
            <a:avLst/>
          </a:prstGeom>
          <a:solidFill>
            <a:srgbClr val="FFFFFF"/>
          </a:solidFill>
          <a:ln w="9525" cap="flat" cmpd="sng">
            <a:solidFill>
              <a:srgbClr val="14B2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GB" sz="1100">
                <a:solidFill>
                  <a:srgbClr val="14B2D6"/>
                </a:solidFill>
                <a:latin typeface="Calibri"/>
                <a:ea typeface="Calibri"/>
                <a:cs typeface="Calibri"/>
                <a:sym typeface="Calibri"/>
              </a:rPr>
              <a:t>Note: When you use the input() function, the entered value by default is stored as string. To perform computations, the string data needs to be converted to numeric data</a:t>
            </a:r>
            <a:endParaRPr sz="1100">
              <a:solidFill>
                <a:srgbClr val="14B2D6"/>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03C5300A-E0B1-8CF0-8D8E-0ABA78D6AF58}"/>
              </a:ext>
            </a:extLst>
          </p:cNvPr>
          <p:cNvSpPr>
            <a:spLocks noGrp="1"/>
          </p:cNvSpPr>
          <p:nvPr>
            <p:ph type="sldNum" sz="quarter" idx="4"/>
          </p:nvPr>
        </p:nvSpPr>
        <p:spPr/>
        <p:txBody>
          <a:bodyPr/>
          <a:lstStyle/>
          <a:p>
            <a:fld id="{C4627FDD-D8F4-48FC-9A76-0AB68AD867E0}" type="slidenum">
              <a:rPr lang="en-IN" smtClean="0"/>
              <a:t>18</a:t>
            </a:fld>
            <a:endParaRPr lang="en-IN"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7"/>
          <p:cNvSpPr txBox="1"/>
          <p:nvPr/>
        </p:nvSpPr>
        <p:spPr>
          <a:xfrm>
            <a:off x="720000" y="2351325"/>
            <a:ext cx="6071400" cy="516300"/>
          </a:xfrm>
          <a:prstGeom prst="rect">
            <a:avLst/>
          </a:prstGeom>
          <a:noFill/>
          <a:ln>
            <a:noFill/>
          </a:ln>
        </p:spPr>
        <p:txBody>
          <a:bodyPr spcFirstLastPara="1" wrap="square" lIns="34300" tIns="17150" rIns="34300" bIns="1715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3500" b="0" i="0" u="none" strike="noStrike" cap="none">
                <a:solidFill>
                  <a:srgbClr val="000000"/>
                </a:solidFill>
                <a:latin typeface="Calibri"/>
                <a:ea typeface="Calibri"/>
                <a:cs typeface="Calibri"/>
                <a:sym typeface="Calibri"/>
              </a:rPr>
              <a:t>Relational Operators</a:t>
            </a:r>
            <a:endParaRPr sz="3500" b="0" i="0" u="none" strike="noStrike" cap="none">
              <a:solidFill>
                <a:srgbClr val="000000"/>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0D9F819B-BF34-5B07-1E8F-A3EB084C5022}"/>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GB" smtClean="0"/>
              <a:t>19</a:t>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8"/>
          <p:cNvSpPr txBox="1"/>
          <p:nvPr/>
        </p:nvSpPr>
        <p:spPr>
          <a:xfrm>
            <a:off x="609600" y="1170000"/>
            <a:ext cx="8030400" cy="630000"/>
          </a:xfrm>
          <a:prstGeom prst="rect">
            <a:avLst/>
          </a:prstGeom>
          <a:noFill/>
          <a:ln>
            <a:noFill/>
          </a:ln>
        </p:spPr>
        <p:txBody>
          <a:bodyPr spcFirstLastPara="1" wrap="square" lIns="0" tIns="91425" rIns="91425" bIns="91425" anchor="ctr" anchorCtr="0">
            <a:noAutofit/>
          </a:bodyPr>
          <a:lstStyle/>
          <a:p>
            <a:pPr marL="457200" marR="0" lvl="0" indent="-342900" algn="l" rtl="0">
              <a:lnSpc>
                <a:spcPct val="115000"/>
              </a:lnSpc>
              <a:spcBef>
                <a:spcPts val="0"/>
              </a:spcBef>
              <a:spcAft>
                <a:spcPts val="0"/>
              </a:spcAft>
              <a:buClr>
                <a:srgbClr val="000000"/>
              </a:buClr>
              <a:buSzPts val="1800"/>
              <a:buFont typeface="Calibri"/>
              <a:buChar char="●"/>
            </a:pPr>
            <a:r>
              <a:rPr lang="en-GB" sz="1800" b="0" i="0" u="none" strike="noStrike" cap="none">
                <a:solidFill>
                  <a:srgbClr val="000000"/>
                </a:solidFill>
                <a:latin typeface="Calibri"/>
                <a:ea typeface="Calibri"/>
                <a:cs typeface="Calibri"/>
                <a:sym typeface="Calibri"/>
              </a:rPr>
              <a:t>Relational operators are used to compare values</a:t>
            </a:r>
            <a:endParaRPr sz="1800" b="0" i="0" u="none" strike="noStrike" cap="none">
              <a:solidFill>
                <a:srgbClr val="000000"/>
              </a:solidFill>
              <a:latin typeface="Calibri"/>
              <a:ea typeface="Calibri"/>
              <a:cs typeface="Calibri"/>
              <a:sym typeface="Calibri"/>
            </a:endParaRPr>
          </a:p>
        </p:txBody>
      </p:sp>
      <p:pic>
        <p:nvPicPr>
          <p:cNvPr id="234" name="Google Shape;234;p38"/>
          <p:cNvPicPr preferRelativeResize="0"/>
          <p:nvPr/>
        </p:nvPicPr>
        <p:blipFill rotWithShape="1">
          <a:blip r:embed="rId3">
            <a:alphaModFix/>
          </a:blip>
          <a:srcRect/>
          <a:stretch/>
        </p:blipFill>
        <p:spPr>
          <a:xfrm>
            <a:off x="2866919" y="2206675"/>
            <a:ext cx="3515768" cy="2175275"/>
          </a:xfrm>
          <a:prstGeom prst="rect">
            <a:avLst/>
          </a:prstGeom>
          <a:noFill/>
          <a:ln w="9525" cap="flat" cmpd="sng">
            <a:solidFill>
              <a:srgbClr val="14B2D6"/>
            </a:solidFill>
            <a:prstDash val="solid"/>
            <a:round/>
            <a:headEnd type="none" w="sm" len="sm"/>
            <a:tailEnd type="none" w="sm" len="sm"/>
          </a:ln>
        </p:spPr>
      </p:pic>
      <p:sp>
        <p:nvSpPr>
          <p:cNvPr id="235" name="Google Shape;235;p38"/>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Relational operators</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97C30D42-9CD6-9993-739E-6B402154E389}"/>
              </a:ext>
            </a:extLst>
          </p:cNvPr>
          <p:cNvSpPr>
            <a:spLocks noGrp="1"/>
          </p:cNvSpPr>
          <p:nvPr>
            <p:ph type="sldNum" sz="quarter" idx="4"/>
          </p:nvPr>
        </p:nvSpPr>
        <p:spPr/>
        <p:txBody>
          <a:bodyPr/>
          <a:lstStyle/>
          <a:p>
            <a:fld id="{C4627FDD-D8F4-48FC-9A76-0AB68AD867E0}" type="slidenum">
              <a:rPr lang="en-IN" smtClean="0"/>
              <a:t>20</a:t>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9"/>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Relational operators</a:t>
            </a:r>
            <a:endParaRPr sz="2600" b="0" i="0" u="none" strike="noStrike" cap="none">
              <a:solidFill>
                <a:srgbClr val="434343"/>
              </a:solidFill>
              <a:latin typeface="Calibri"/>
              <a:ea typeface="Calibri"/>
              <a:cs typeface="Calibri"/>
              <a:sym typeface="Calibri"/>
            </a:endParaRPr>
          </a:p>
        </p:txBody>
      </p:sp>
      <p:pic>
        <p:nvPicPr>
          <p:cNvPr id="241" name="Google Shape;241;p39"/>
          <p:cNvPicPr preferRelativeResize="0"/>
          <p:nvPr/>
        </p:nvPicPr>
        <p:blipFill rotWithShape="1">
          <a:blip r:embed="rId3">
            <a:alphaModFix/>
          </a:blip>
          <a:srcRect/>
          <a:stretch/>
        </p:blipFill>
        <p:spPr>
          <a:xfrm>
            <a:off x="1533750" y="1604500"/>
            <a:ext cx="6076496" cy="3192300"/>
          </a:xfrm>
          <a:prstGeom prst="rect">
            <a:avLst/>
          </a:prstGeom>
          <a:noFill/>
          <a:ln w="9525" cap="flat" cmpd="sng">
            <a:solidFill>
              <a:srgbClr val="14B2D6"/>
            </a:solidFill>
            <a:prstDash val="solid"/>
            <a:round/>
            <a:headEnd type="none" w="sm" len="sm"/>
            <a:tailEnd type="none" w="sm" len="sm"/>
          </a:ln>
        </p:spPr>
      </p:pic>
      <p:sp>
        <p:nvSpPr>
          <p:cNvPr id="242" name="Google Shape;242;p39"/>
          <p:cNvSpPr txBox="1"/>
          <p:nvPr/>
        </p:nvSpPr>
        <p:spPr>
          <a:xfrm>
            <a:off x="360000" y="1170000"/>
            <a:ext cx="82809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000"/>
              <a:buFont typeface="Arial"/>
              <a:buNone/>
            </a:pPr>
            <a:r>
              <a:rPr lang="en-GB" sz="1800" b="0" i="0" u="none" strike="noStrike" cap="none">
                <a:solidFill>
                  <a:srgbClr val="000000"/>
                </a:solidFill>
                <a:latin typeface="Calibri"/>
                <a:ea typeface="Calibri"/>
                <a:cs typeface="Calibri"/>
                <a:sym typeface="Calibri"/>
              </a:rPr>
              <a:t>Relational operators are used to compare values</a:t>
            </a:r>
            <a:endParaRPr sz="1800" b="0" i="0" u="none" strike="noStrike" cap="none">
              <a:solidFill>
                <a:srgbClr val="000000"/>
              </a:solidFill>
              <a:latin typeface="Calibri"/>
              <a:ea typeface="Calibri"/>
              <a:cs typeface="Calibri"/>
              <a:sym typeface="Calibri"/>
            </a:endParaRPr>
          </a:p>
        </p:txBody>
      </p:sp>
      <p:sp>
        <p:nvSpPr>
          <p:cNvPr id="243" name="Google Shape;243;p39"/>
          <p:cNvSpPr/>
          <p:nvPr/>
        </p:nvSpPr>
        <p:spPr>
          <a:xfrm>
            <a:off x="6772200" y="4185575"/>
            <a:ext cx="2150400" cy="737700"/>
          </a:xfrm>
          <a:prstGeom prst="bracketPair">
            <a:avLst/>
          </a:prstGeom>
          <a:solidFill>
            <a:srgbClr val="FFFFFF"/>
          </a:solidFill>
          <a:ln w="9525" cap="flat" cmpd="sng">
            <a:solidFill>
              <a:srgbClr val="14B2D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GB" sz="1100">
                <a:solidFill>
                  <a:srgbClr val="14B2D6"/>
                </a:solidFill>
                <a:latin typeface="Calibri"/>
                <a:ea typeface="Calibri"/>
                <a:cs typeface="Calibri"/>
                <a:sym typeface="Calibri"/>
              </a:rPr>
              <a:t>Note: Relational operators return boolean values - True or False</a:t>
            </a:r>
            <a:endParaRPr sz="1100">
              <a:solidFill>
                <a:srgbClr val="14B2D6"/>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FD1B8FD0-D9B7-4595-D633-617E36015BF5}"/>
              </a:ext>
            </a:extLst>
          </p:cNvPr>
          <p:cNvSpPr>
            <a:spLocks noGrp="1"/>
          </p:cNvSpPr>
          <p:nvPr>
            <p:ph type="sldNum" sz="quarter" idx="4"/>
          </p:nvPr>
        </p:nvSpPr>
        <p:spPr/>
        <p:txBody>
          <a:bodyPr/>
          <a:lstStyle/>
          <a:p>
            <a:fld id="{C4627FDD-D8F4-48FC-9A76-0AB68AD867E0}" type="slidenum">
              <a:rPr lang="en-IN" smtClean="0"/>
              <a:t>21</a:t>
            </a:fld>
            <a:endParaRPr lang="en-I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p:nvPr/>
        </p:nvSpPr>
        <p:spPr>
          <a:xfrm>
            <a:off x="720000" y="2351325"/>
            <a:ext cx="6071400" cy="516300"/>
          </a:xfrm>
          <a:prstGeom prst="rect">
            <a:avLst/>
          </a:prstGeom>
          <a:noFill/>
          <a:ln>
            <a:noFill/>
          </a:ln>
        </p:spPr>
        <p:txBody>
          <a:bodyPr spcFirstLastPara="1" wrap="square" lIns="34300" tIns="17150" rIns="34300" bIns="1715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3500" b="0" i="0" u="none" strike="noStrike" cap="none">
                <a:solidFill>
                  <a:srgbClr val="000000"/>
                </a:solidFill>
                <a:latin typeface="Calibri"/>
                <a:ea typeface="Calibri"/>
                <a:cs typeface="Calibri"/>
                <a:sym typeface="Calibri"/>
              </a:rPr>
              <a:t>Logical Operators</a:t>
            </a:r>
            <a:endParaRPr sz="3500" b="0" i="0" u="none" strike="noStrike" cap="none">
              <a:solidFill>
                <a:srgbClr val="000000"/>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C06287F5-F05D-8878-646D-B8C51B4D6D0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GB" smtClean="0"/>
              <a:t>22</a:t>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41"/>
          <p:cNvSpPr txBox="1"/>
          <p:nvPr/>
        </p:nvSpPr>
        <p:spPr>
          <a:xfrm>
            <a:off x="520550" y="1181100"/>
            <a:ext cx="8508900" cy="12792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rgbClr val="000000"/>
              </a:buClr>
              <a:buSzPts val="1800"/>
              <a:buFont typeface="Calibri"/>
              <a:buChar char="●"/>
            </a:pPr>
            <a:r>
              <a:rPr lang="en-GB" sz="1800" b="0" i="0" u="none" strike="noStrike" cap="none">
                <a:solidFill>
                  <a:srgbClr val="000000"/>
                </a:solidFill>
                <a:latin typeface="Calibri"/>
                <a:ea typeface="Calibri"/>
                <a:cs typeface="Calibri"/>
                <a:sym typeface="Calibri"/>
              </a:rPr>
              <a:t>Logical operators in python allow a program to make a decision based on multiple conditions</a:t>
            </a:r>
            <a:endParaRPr sz="1800" b="0" i="0" u="none" strike="noStrike" cap="none">
              <a:solidFill>
                <a:srgbClr val="000000"/>
              </a:solidFill>
              <a:latin typeface="Calibri"/>
              <a:ea typeface="Calibri"/>
              <a:cs typeface="Calibri"/>
              <a:sym typeface="Calibri"/>
            </a:endParaRPr>
          </a:p>
          <a:p>
            <a:pPr marL="457200" marR="0" lvl="0" indent="-342900" algn="l" rtl="0">
              <a:lnSpc>
                <a:spcPct val="100000"/>
              </a:lnSpc>
              <a:spcBef>
                <a:spcPts val="2000"/>
              </a:spcBef>
              <a:spcAft>
                <a:spcPts val="0"/>
              </a:spcAft>
              <a:buClr>
                <a:srgbClr val="000000"/>
              </a:buClr>
              <a:buSzPts val="1800"/>
              <a:buFont typeface="Calibri"/>
              <a:buChar char="●"/>
            </a:pPr>
            <a:r>
              <a:rPr lang="en-GB" sz="1800" b="0" i="0" u="none" strike="noStrike" cap="none">
                <a:solidFill>
                  <a:srgbClr val="000000"/>
                </a:solidFill>
                <a:latin typeface="Calibri"/>
                <a:ea typeface="Calibri"/>
                <a:cs typeface="Calibri"/>
                <a:sym typeface="Calibri"/>
              </a:rPr>
              <a:t>Each operand is considered a condition that can be evaluated to a True or False value</a:t>
            </a:r>
            <a:endParaRPr sz="1800" b="0" i="0" u="none" strike="noStrike" cap="none">
              <a:solidFill>
                <a:srgbClr val="000000"/>
              </a:solidFill>
              <a:latin typeface="Calibri"/>
              <a:ea typeface="Calibri"/>
              <a:cs typeface="Calibri"/>
              <a:sym typeface="Calibri"/>
            </a:endParaRPr>
          </a:p>
        </p:txBody>
      </p:sp>
      <p:pic>
        <p:nvPicPr>
          <p:cNvPr id="255" name="Google Shape;255;p41"/>
          <p:cNvPicPr preferRelativeResize="0"/>
          <p:nvPr/>
        </p:nvPicPr>
        <p:blipFill rotWithShape="1">
          <a:blip r:embed="rId3">
            <a:alphaModFix/>
          </a:blip>
          <a:srcRect/>
          <a:stretch/>
        </p:blipFill>
        <p:spPr>
          <a:xfrm>
            <a:off x="1815250" y="2745175"/>
            <a:ext cx="5513500" cy="1279275"/>
          </a:xfrm>
          <a:prstGeom prst="rect">
            <a:avLst/>
          </a:prstGeom>
          <a:noFill/>
          <a:ln w="9525" cap="flat" cmpd="sng">
            <a:solidFill>
              <a:srgbClr val="14B2D6"/>
            </a:solidFill>
            <a:prstDash val="solid"/>
            <a:round/>
            <a:headEnd type="none" w="sm" len="sm"/>
            <a:tailEnd type="none" w="sm" len="sm"/>
          </a:ln>
        </p:spPr>
      </p:pic>
      <p:sp>
        <p:nvSpPr>
          <p:cNvPr id="256" name="Google Shape;256;p41"/>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Logical operators</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890C5223-4C3C-0569-E5FE-C2992A6FA161}"/>
              </a:ext>
            </a:extLst>
          </p:cNvPr>
          <p:cNvSpPr>
            <a:spLocks noGrp="1"/>
          </p:cNvSpPr>
          <p:nvPr>
            <p:ph type="sldNum" sz="quarter" idx="4"/>
          </p:nvPr>
        </p:nvSpPr>
        <p:spPr/>
        <p:txBody>
          <a:bodyPr/>
          <a:lstStyle/>
          <a:p>
            <a:fld id="{C4627FDD-D8F4-48FC-9A76-0AB68AD867E0}" type="slidenum">
              <a:rPr lang="en-IN" smtClean="0"/>
              <a:t>23</a:t>
            </a:fld>
            <a:endParaRPr lang="en-IN"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2"/>
          <p:cNvSpPr txBox="1"/>
          <p:nvPr/>
        </p:nvSpPr>
        <p:spPr>
          <a:xfrm>
            <a:off x="360000" y="1170000"/>
            <a:ext cx="8280900" cy="5364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rgbClr val="000000"/>
              </a:buClr>
              <a:buSzPts val="1800"/>
              <a:buFont typeface="Calibri"/>
              <a:buChar char="●"/>
            </a:pPr>
            <a:r>
              <a:rPr lang="en-GB" sz="1800" b="0" i="0" u="none" strike="noStrike" cap="none">
                <a:solidFill>
                  <a:srgbClr val="000000"/>
                </a:solidFill>
                <a:latin typeface="Calibri"/>
                <a:ea typeface="Calibri"/>
                <a:cs typeface="Calibri"/>
                <a:sym typeface="Calibri"/>
              </a:rPr>
              <a:t>If both the operands are true then it returns true</a:t>
            </a:r>
            <a:endParaRPr sz="1800" b="0" i="0" u="none" strike="noStrike" cap="none">
              <a:solidFill>
                <a:srgbClr val="000000"/>
              </a:solidFill>
              <a:latin typeface="Calibri"/>
              <a:ea typeface="Calibri"/>
              <a:cs typeface="Calibri"/>
              <a:sym typeface="Calibri"/>
            </a:endParaRPr>
          </a:p>
        </p:txBody>
      </p:sp>
      <p:pic>
        <p:nvPicPr>
          <p:cNvPr id="262" name="Google Shape;262;p42"/>
          <p:cNvPicPr preferRelativeResize="0"/>
          <p:nvPr/>
        </p:nvPicPr>
        <p:blipFill rotWithShape="1">
          <a:blip r:embed="rId3">
            <a:alphaModFix/>
          </a:blip>
          <a:srcRect r="32766"/>
          <a:stretch/>
        </p:blipFill>
        <p:spPr>
          <a:xfrm>
            <a:off x="4459550" y="1834280"/>
            <a:ext cx="3852226" cy="2023673"/>
          </a:xfrm>
          <a:prstGeom prst="rect">
            <a:avLst/>
          </a:prstGeom>
          <a:noFill/>
          <a:ln w="9525" cap="flat" cmpd="sng">
            <a:solidFill>
              <a:srgbClr val="14B2D6"/>
            </a:solidFill>
            <a:prstDash val="solid"/>
            <a:round/>
            <a:headEnd type="none" w="sm" len="sm"/>
            <a:tailEnd type="none" w="sm" len="sm"/>
          </a:ln>
        </p:spPr>
      </p:pic>
      <p:pic>
        <p:nvPicPr>
          <p:cNvPr id="263" name="Google Shape;263;p42"/>
          <p:cNvPicPr preferRelativeResize="0"/>
          <p:nvPr/>
        </p:nvPicPr>
        <p:blipFill rotWithShape="1">
          <a:blip r:embed="rId4">
            <a:alphaModFix/>
          </a:blip>
          <a:srcRect/>
          <a:stretch/>
        </p:blipFill>
        <p:spPr>
          <a:xfrm>
            <a:off x="832225" y="1765710"/>
            <a:ext cx="3431050" cy="2519809"/>
          </a:xfrm>
          <a:prstGeom prst="rect">
            <a:avLst/>
          </a:prstGeom>
          <a:noFill/>
          <a:ln>
            <a:noFill/>
          </a:ln>
        </p:spPr>
      </p:pic>
      <p:sp>
        <p:nvSpPr>
          <p:cNvPr id="264" name="Google Shape;264;p42"/>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Logical operators: and</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DF681342-62D9-E823-D557-4050E482ADAF}"/>
              </a:ext>
            </a:extLst>
          </p:cNvPr>
          <p:cNvSpPr>
            <a:spLocks noGrp="1"/>
          </p:cNvSpPr>
          <p:nvPr>
            <p:ph type="sldNum" sz="quarter" idx="4"/>
          </p:nvPr>
        </p:nvSpPr>
        <p:spPr/>
        <p:txBody>
          <a:bodyPr/>
          <a:lstStyle/>
          <a:p>
            <a:fld id="{C4627FDD-D8F4-48FC-9A76-0AB68AD867E0}" type="slidenum">
              <a:rPr lang="en-IN" smtClean="0"/>
              <a:t>24</a:t>
            </a:fld>
            <a:endParaRPr lang="en-IN"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43"/>
          <p:cNvSpPr txBox="1"/>
          <p:nvPr/>
        </p:nvSpPr>
        <p:spPr>
          <a:xfrm>
            <a:off x="360000" y="1188825"/>
            <a:ext cx="8388900" cy="5283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rgbClr val="000000"/>
              </a:buClr>
              <a:buSzPts val="1800"/>
              <a:buFont typeface="Calibri"/>
              <a:buChar char="●"/>
            </a:pPr>
            <a:r>
              <a:rPr lang="en-GB" sz="1800" b="0" i="0" u="none" strike="noStrike" cap="none">
                <a:solidFill>
                  <a:srgbClr val="000000"/>
                </a:solidFill>
                <a:latin typeface="Calibri"/>
                <a:ea typeface="Calibri"/>
                <a:cs typeface="Calibri"/>
                <a:sym typeface="Calibri"/>
              </a:rPr>
              <a:t>If one of the operands are true then it returns true</a:t>
            </a:r>
            <a:endParaRPr sz="1800" b="0" i="0" u="none" strike="noStrike" cap="none">
              <a:solidFill>
                <a:srgbClr val="000000"/>
              </a:solidFill>
              <a:latin typeface="Calibri"/>
              <a:ea typeface="Calibri"/>
              <a:cs typeface="Calibri"/>
              <a:sym typeface="Calibri"/>
            </a:endParaRPr>
          </a:p>
        </p:txBody>
      </p:sp>
      <p:pic>
        <p:nvPicPr>
          <p:cNvPr id="270" name="Google Shape;270;p43"/>
          <p:cNvPicPr preferRelativeResize="0"/>
          <p:nvPr/>
        </p:nvPicPr>
        <p:blipFill rotWithShape="1">
          <a:blip r:embed="rId3">
            <a:alphaModFix/>
          </a:blip>
          <a:srcRect/>
          <a:stretch/>
        </p:blipFill>
        <p:spPr>
          <a:xfrm>
            <a:off x="900000" y="1799998"/>
            <a:ext cx="3448775" cy="2661252"/>
          </a:xfrm>
          <a:prstGeom prst="rect">
            <a:avLst/>
          </a:prstGeom>
          <a:noFill/>
          <a:ln>
            <a:noFill/>
          </a:ln>
        </p:spPr>
      </p:pic>
      <p:pic>
        <p:nvPicPr>
          <p:cNvPr id="271" name="Google Shape;271;p43"/>
          <p:cNvPicPr preferRelativeResize="0"/>
          <p:nvPr/>
        </p:nvPicPr>
        <p:blipFill rotWithShape="1">
          <a:blip r:embed="rId4">
            <a:alphaModFix/>
          </a:blip>
          <a:srcRect/>
          <a:stretch/>
        </p:blipFill>
        <p:spPr>
          <a:xfrm>
            <a:off x="4394950" y="1865778"/>
            <a:ext cx="4045351" cy="1731800"/>
          </a:xfrm>
          <a:prstGeom prst="rect">
            <a:avLst/>
          </a:prstGeom>
          <a:noFill/>
          <a:ln w="9525" cap="flat" cmpd="sng">
            <a:solidFill>
              <a:srgbClr val="14B2D6"/>
            </a:solidFill>
            <a:prstDash val="solid"/>
            <a:round/>
            <a:headEnd type="none" w="sm" len="sm"/>
            <a:tailEnd type="none" w="sm" len="sm"/>
          </a:ln>
        </p:spPr>
      </p:pic>
      <p:sp>
        <p:nvSpPr>
          <p:cNvPr id="272" name="Google Shape;272;p43"/>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Logical operators: or</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18FE1901-CAF7-5A86-BC92-4C65B5BB1D21}"/>
              </a:ext>
            </a:extLst>
          </p:cNvPr>
          <p:cNvSpPr>
            <a:spLocks noGrp="1"/>
          </p:cNvSpPr>
          <p:nvPr>
            <p:ph type="sldNum" sz="quarter" idx="4"/>
          </p:nvPr>
        </p:nvSpPr>
        <p:spPr/>
        <p:txBody>
          <a:bodyPr/>
          <a:lstStyle/>
          <a:p>
            <a:fld id="{C4627FDD-D8F4-48FC-9A76-0AB68AD867E0}" type="slidenum">
              <a:rPr lang="en-IN" smtClean="0"/>
              <a:t>25</a:t>
            </a:fld>
            <a:endParaRPr lang="en-IN"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4"/>
          <p:cNvSpPr txBox="1"/>
          <p:nvPr/>
        </p:nvSpPr>
        <p:spPr>
          <a:xfrm>
            <a:off x="360000" y="1170000"/>
            <a:ext cx="8280600" cy="4935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rgbClr val="000000"/>
              </a:buClr>
              <a:buSzPts val="1800"/>
              <a:buFont typeface="Avenir"/>
              <a:buChar char="●"/>
            </a:pPr>
            <a:r>
              <a:rPr lang="en-GB" sz="1800" b="0" i="0" u="none" strike="noStrike" cap="none">
                <a:solidFill>
                  <a:srgbClr val="000000"/>
                </a:solidFill>
                <a:latin typeface="Avenir"/>
                <a:ea typeface="Avenir"/>
                <a:cs typeface="Avenir"/>
                <a:sym typeface="Avenir"/>
              </a:rPr>
              <a:t>Reverses the result</a:t>
            </a:r>
            <a:endParaRPr sz="1800" b="0" i="0" u="none" strike="noStrike" cap="none">
              <a:solidFill>
                <a:srgbClr val="000000"/>
              </a:solidFill>
              <a:latin typeface="Avenir"/>
              <a:ea typeface="Avenir"/>
              <a:cs typeface="Avenir"/>
              <a:sym typeface="Avenir"/>
            </a:endParaRPr>
          </a:p>
        </p:txBody>
      </p:sp>
      <p:pic>
        <p:nvPicPr>
          <p:cNvPr id="278" name="Google Shape;278;p44"/>
          <p:cNvPicPr preferRelativeResize="0"/>
          <p:nvPr/>
        </p:nvPicPr>
        <p:blipFill rotWithShape="1">
          <a:blip r:embed="rId3">
            <a:alphaModFix/>
          </a:blip>
          <a:srcRect/>
          <a:stretch/>
        </p:blipFill>
        <p:spPr>
          <a:xfrm>
            <a:off x="908576" y="1739992"/>
            <a:ext cx="3271751" cy="2431800"/>
          </a:xfrm>
          <a:prstGeom prst="rect">
            <a:avLst/>
          </a:prstGeom>
          <a:noFill/>
          <a:ln>
            <a:noFill/>
          </a:ln>
        </p:spPr>
      </p:pic>
      <p:pic>
        <p:nvPicPr>
          <p:cNvPr id="279" name="Google Shape;279;p44"/>
          <p:cNvPicPr preferRelativeResize="0"/>
          <p:nvPr/>
        </p:nvPicPr>
        <p:blipFill rotWithShape="1">
          <a:blip r:embed="rId4">
            <a:alphaModFix/>
          </a:blip>
          <a:srcRect/>
          <a:stretch/>
        </p:blipFill>
        <p:spPr>
          <a:xfrm>
            <a:off x="4226375" y="1800000"/>
            <a:ext cx="4338275" cy="1347482"/>
          </a:xfrm>
          <a:prstGeom prst="rect">
            <a:avLst/>
          </a:prstGeom>
          <a:noFill/>
          <a:ln w="9525" cap="flat" cmpd="sng">
            <a:solidFill>
              <a:srgbClr val="14B2D6"/>
            </a:solidFill>
            <a:prstDash val="solid"/>
            <a:round/>
            <a:headEnd type="none" w="sm" len="sm"/>
            <a:tailEnd type="none" w="sm" len="sm"/>
          </a:ln>
        </p:spPr>
      </p:pic>
      <p:sp>
        <p:nvSpPr>
          <p:cNvPr id="280" name="Google Shape;280;p44"/>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Logical operators: not</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67AA5323-E8E3-0D2A-ADB8-2B1EDC424335}"/>
              </a:ext>
            </a:extLst>
          </p:cNvPr>
          <p:cNvSpPr>
            <a:spLocks noGrp="1"/>
          </p:cNvSpPr>
          <p:nvPr>
            <p:ph type="sldNum" sz="quarter" idx="4"/>
          </p:nvPr>
        </p:nvSpPr>
        <p:spPr/>
        <p:txBody>
          <a:bodyPr/>
          <a:lstStyle/>
          <a:p>
            <a:fld id="{C4627FDD-D8F4-48FC-9A76-0AB68AD867E0}" type="slidenum">
              <a:rPr lang="en-IN" smtClean="0"/>
              <a:t>26</a:t>
            </a:fld>
            <a:endParaRPr lang="en-I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45"/>
          <p:cNvSpPr txBox="1"/>
          <p:nvPr/>
        </p:nvSpPr>
        <p:spPr>
          <a:xfrm>
            <a:off x="720000" y="2351325"/>
            <a:ext cx="6071400" cy="516300"/>
          </a:xfrm>
          <a:prstGeom prst="rect">
            <a:avLst/>
          </a:prstGeom>
          <a:noFill/>
          <a:ln>
            <a:noFill/>
          </a:ln>
        </p:spPr>
        <p:txBody>
          <a:bodyPr spcFirstLastPara="1" wrap="square" lIns="34300" tIns="17150" rIns="34300" bIns="1715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3500" b="0" i="0" u="none" strike="noStrike" cap="none">
                <a:solidFill>
                  <a:srgbClr val="000000"/>
                </a:solidFill>
                <a:latin typeface="Calibri"/>
                <a:ea typeface="Calibri"/>
                <a:cs typeface="Calibri"/>
                <a:sym typeface="Calibri"/>
              </a:rPr>
              <a:t>Membership Operators</a:t>
            </a:r>
            <a:endParaRPr sz="3500" b="0" i="0" u="none" strike="noStrike" cap="none">
              <a:solidFill>
                <a:srgbClr val="000000"/>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93B0D8C2-DFD6-2A48-7672-55FA8424F8CC}"/>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GB" smtClean="0"/>
              <a:t>27</a:t>
            </a:fld>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46"/>
          <p:cNvSpPr txBox="1"/>
          <p:nvPr/>
        </p:nvSpPr>
        <p:spPr>
          <a:xfrm>
            <a:off x="1851800" y="2442368"/>
            <a:ext cx="6803700" cy="723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1000"/>
              </a:spcAft>
              <a:buClr>
                <a:schemeClr val="dk1"/>
              </a:buClr>
              <a:buSzPts val="1100"/>
              <a:buFont typeface="Arial"/>
              <a:buNone/>
            </a:pPr>
            <a:r>
              <a:rPr lang="en-GB" sz="1800" b="0" i="0" u="none" strike="noStrike" cap="none">
                <a:solidFill>
                  <a:srgbClr val="000000"/>
                </a:solidFill>
                <a:latin typeface="Calibri"/>
                <a:ea typeface="Calibri"/>
                <a:cs typeface="Calibri"/>
                <a:sym typeface="Calibri"/>
              </a:rPr>
              <a:t>The ‘in’ operator is used to check if a value exists in any sequence object or not.</a:t>
            </a:r>
            <a:endParaRPr sz="1800" b="0" i="0" u="none" strike="noStrike" cap="none">
              <a:solidFill>
                <a:srgbClr val="000000"/>
              </a:solidFill>
              <a:latin typeface="Calibri"/>
              <a:ea typeface="Calibri"/>
              <a:cs typeface="Calibri"/>
              <a:sym typeface="Calibri"/>
            </a:endParaRPr>
          </a:p>
        </p:txBody>
      </p:sp>
      <p:sp>
        <p:nvSpPr>
          <p:cNvPr id="292" name="Google Shape;292;p46"/>
          <p:cNvSpPr/>
          <p:nvPr/>
        </p:nvSpPr>
        <p:spPr>
          <a:xfrm>
            <a:off x="849575" y="2467938"/>
            <a:ext cx="901800" cy="6213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800" b="0" i="1" u="none" strike="noStrike" cap="none">
                <a:solidFill>
                  <a:srgbClr val="000000"/>
                </a:solidFill>
                <a:latin typeface="Calibri"/>
                <a:ea typeface="Calibri"/>
                <a:cs typeface="Calibri"/>
                <a:sym typeface="Calibri"/>
              </a:rPr>
              <a:t>in</a:t>
            </a:r>
            <a:endParaRPr sz="1800" b="0" i="1" u="none" strike="noStrike" cap="none">
              <a:solidFill>
                <a:srgbClr val="000000"/>
              </a:solidFill>
              <a:latin typeface="Calibri"/>
              <a:ea typeface="Calibri"/>
              <a:cs typeface="Calibri"/>
              <a:sym typeface="Calibri"/>
            </a:endParaRPr>
          </a:p>
        </p:txBody>
      </p:sp>
      <p:sp>
        <p:nvSpPr>
          <p:cNvPr id="293" name="Google Shape;293;p46"/>
          <p:cNvSpPr txBox="1"/>
          <p:nvPr/>
        </p:nvSpPr>
        <p:spPr>
          <a:xfrm>
            <a:off x="533400" y="1181100"/>
            <a:ext cx="8442900" cy="723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Calibri"/>
                <a:ea typeface="Calibri"/>
                <a:cs typeface="Calibri"/>
                <a:sym typeface="Calibri"/>
              </a:rPr>
              <a:t>Membership operators check whether a value is a member of a sequence. The sequence may be a list, a string, a tuple, or a dictionary</a:t>
            </a:r>
            <a:endParaRPr sz="1800" b="0" i="0" u="none" strike="noStrike" cap="none">
              <a:solidFill>
                <a:srgbClr val="000000"/>
              </a:solidFill>
              <a:latin typeface="Calibri"/>
              <a:ea typeface="Calibri"/>
              <a:cs typeface="Calibri"/>
              <a:sym typeface="Calibri"/>
            </a:endParaRPr>
          </a:p>
        </p:txBody>
      </p:sp>
      <p:sp>
        <p:nvSpPr>
          <p:cNvPr id="294" name="Google Shape;294;p46"/>
          <p:cNvSpPr/>
          <p:nvPr/>
        </p:nvSpPr>
        <p:spPr>
          <a:xfrm>
            <a:off x="849575" y="3643623"/>
            <a:ext cx="901800" cy="6213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GB" sz="1800" b="0" i="1" u="none" strike="noStrike" cap="none">
                <a:solidFill>
                  <a:srgbClr val="000000"/>
                </a:solidFill>
                <a:latin typeface="Calibri"/>
                <a:ea typeface="Calibri"/>
                <a:cs typeface="Calibri"/>
                <a:sym typeface="Calibri"/>
              </a:rPr>
              <a:t>not in</a:t>
            </a:r>
            <a:endParaRPr sz="1800" b="0" i="1" u="none" strike="noStrike" cap="none">
              <a:solidFill>
                <a:srgbClr val="000000"/>
              </a:solidFill>
              <a:latin typeface="Calibri"/>
              <a:ea typeface="Calibri"/>
              <a:cs typeface="Calibri"/>
              <a:sym typeface="Calibri"/>
            </a:endParaRPr>
          </a:p>
        </p:txBody>
      </p:sp>
      <p:sp>
        <p:nvSpPr>
          <p:cNvPr id="295" name="Google Shape;295;p46"/>
          <p:cNvSpPr txBox="1"/>
          <p:nvPr/>
        </p:nvSpPr>
        <p:spPr>
          <a:xfrm>
            <a:off x="1837025" y="3507525"/>
            <a:ext cx="6803700" cy="1031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1000"/>
              </a:spcAft>
              <a:buClr>
                <a:schemeClr val="dk1"/>
              </a:buClr>
              <a:buSzPts val="1100"/>
              <a:buFont typeface="Arial"/>
              <a:buNone/>
            </a:pPr>
            <a:r>
              <a:rPr lang="en-GB" sz="1800" b="0" i="0" u="none" strike="noStrike" cap="none">
                <a:solidFill>
                  <a:srgbClr val="000000"/>
                </a:solidFill>
                <a:latin typeface="Calibri"/>
                <a:ea typeface="Calibri"/>
                <a:cs typeface="Calibri"/>
                <a:sym typeface="Calibri"/>
              </a:rPr>
              <a:t>A ‘not in’ works in an opposite way to an ‘in’ operator. A ‘not in’ evaluates to True if a value is not found in the specified sequence object. Else it returns a False.</a:t>
            </a:r>
            <a:endParaRPr sz="1800" b="0" i="0" u="none" strike="noStrike" cap="none">
              <a:solidFill>
                <a:srgbClr val="000000"/>
              </a:solidFill>
              <a:latin typeface="Calibri"/>
              <a:ea typeface="Calibri"/>
              <a:cs typeface="Calibri"/>
              <a:sym typeface="Calibri"/>
            </a:endParaRPr>
          </a:p>
        </p:txBody>
      </p:sp>
      <p:sp>
        <p:nvSpPr>
          <p:cNvPr id="296" name="Google Shape;296;p46"/>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Membership operators</a:t>
            </a:r>
            <a:endParaRPr sz="2600" b="0" i="0" u="none" strike="noStrike" cap="none">
              <a:solidFill>
                <a:srgbClr val="434343"/>
              </a:solidFill>
              <a:latin typeface="Calibri"/>
              <a:ea typeface="Calibri"/>
              <a:cs typeface="Calibri"/>
              <a:sym typeface="Calibri"/>
            </a:endParaRPr>
          </a:p>
        </p:txBody>
      </p:sp>
      <p:cxnSp>
        <p:nvCxnSpPr>
          <p:cNvPr id="297" name="Google Shape;297;p46"/>
          <p:cNvCxnSpPr/>
          <p:nvPr/>
        </p:nvCxnSpPr>
        <p:spPr>
          <a:xfrm>
            <a:off x="1851800" y="2220850"/>
            <a:ext cx="0" cy="2426100"/>
          </a:xfrm>
          <a:prstGeom prst="straightConnector1">
            <a:avLst/>
          </a:prstGeom>
          <a:noFill/>
          <a:ln w="9525" cap="flat" cmpd="sng">
            <a:solidFill>
              <a:srgbClr val="14B2D6"/>
            </a:solidFill>
            <a:prstDash val="solid"/>
            <a:round/>
            <a:headEnd type="none" w="sm" len="sm"/>
            <a:tailEnd type="none" w="sm" len="sm"/>
          </a:ln>
        </p:spPr>
      </p:cxnSp>
      <p:sp>
        <p:nvSpPr>
          <p:cNvPr id="2" name="Slide Number Placeholder 1">
            <a:extLst>
              <a:ext uri="{FF2B5EF4-FFF2-40B4-BE49-F238E27FC236}">
                <a16:creationId xmlns:a16="http://schemas.microsoft.com/office/drawing/2014/main" id="{8EB0D4BF-2F22-6543-2543-C57FDD2E1EB9}"/>
              </a:ext>
            </a:extLst>
          </p:cNvPr>
          <p:cNvSpPr>
            <a:spLocks noGrp="1"/>
          </p:cNvSpPr>
          <p:nvPr>
            <p:ph type="sldNum" sz="quarter" idx="4"/>
          </p:nvPr>
        </p:nvSpPr>
        <p:spPr/>
        <p:txBody>
          <a:bodyPr/>
          <a:lstStyle/>
          <a:p>
            <a:fld id="{C4627FDD-D8F4-48FC-9A76-0AB68AD867E0}" type="slidenum">
              <a:rPr lang="en-IN" smtClean="0"/>
              <a:t>28</a:t>
            </a:fld>
            <a:endParaRPr 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7"/>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Membership operators: in</a:t>
            </a:r>
            <a:endParaRPr sz="2600" b="0" i="0" u="none" strike="noStrike" cap="none">
              <a:solidFill>
                <a:srgbClr val="434343"/>
              </a:solidFill>
              <a:latin typeface="Calibri"/>
              <a:ea typeface="Calibri"/>
              <a:cs typeface="Calibri"/>
              <a:sym typeface="Calibri"/>
            </a:endParaRPr>
          </a:p>
        </p:txBody>
      </p:sp>
      <p:pic>
        <p:nvPicPr>
          <p:cNvPr id="303" name="Google Shape;303;p47"/>
          <p:cNvPicPr preferRelativeResize="0"/>
          <p:nvPr/>
        </p:nvPicPr>
        <p:blipFill rotWithShape="1">
          <a:blip r:embed="rId3">
            <a:alphaModFix/>
          </a:blip>
          <a:srcRect/>
          <a:stretch/>
        </p:blipFill>
        <p:spPr>
          <a:xfrm>
            <a:off x="1190625" y="1800000"/>
            <a:ext cx="6762750" cy="2228850"/>
          </a:xfrm>
          <a:prstGeom prst="rect">
            <a:avLst/>
          </a:prstGeom>
          <a:noFill/>
          <a:ln w="9525" cap="flat" cmpd="sng">
            <a:solidFill>
              <a:srgbClr val="14B2D6"/>
            </a:solidFill>
            <a:prstDash val="solid"/>
            <a:round/>
            <a:headEnd type="none" w="sm" len="sm"/>
            <a:tailEnd type="none" w="sm" len="sm"/>
          </a:ln>
        </p:spPr>
      </p:pic>
      <p:sp>
        <p:nvSpPr>
          <p:cNvPr id="304" name="Google Shape;304;p47"/>
          <p:cNvSpPr txBox="1"/>
          <p:nvPr/>
        </p:nvSpPr>
        <p:spPr>
          <a:xfrm>
            <a:off x="360000" y="1170000"/>
            <a:ext cx="82809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000"/>
              </a:spcAft>
              <a:buClr>
                <a:srgbClr val="000000"/>
              </a:buClr>
              <a:buSzPts val="1800"/>
              <a:buFont typeface="Arial"/>
              <a:buNone/>
            </a:pPr>
            <a:r>
              <a:rPr lang="en-GB" sz="1800" b="0" i="0" u="none" strike="noStrike" cap="none">
                <a:solidFill>
                  <a:schemeClr val="dk1"/>
                </a:solidFill>
                <a:latin typeface="Calibri"/>
                <a:ea typeface="Calibri"/>
                <a:cs typeface="Calibri"/>
                <a:sym typeface="Calibri"/>
              </a:rPr>
              <a:t>The ‘in’ operator check if a value exists in a string.</a:t>
            </a:r>
            <a:endParaRPr sz="1400" b="0" i="0" u="none" strike="noStrike" cap="none">
              <a:solidFill>
                <a:srgbClr val="000000"/>
              </a:solidFill>
              <a:latin typeface="Arial"/>
              <a:ea typeface="Arial"/>
              <a:cs typeface="Arial"/>
              <a:sym typeface="Arial"/>
            </a:endParaRPr>
          </a:p>
        </p:txBody>
      </p:sp>
      <p:sp>
        <p:nvSpPr>
          <p:cNvPr id="2" name="Slide Number Placeholder 1">
            <a:extLst>
              <a:ext uri="{FF2B5EF4-FFF2-40B4-BE49-F238E27FC236}">
                <a16:creationId xmlns:a16="http://schemas.microsoft.com/office/drawing/2014/main" id="{3923C6CB-5546-ABA2-E3BA-505FA8F1A719}"/>
              </a:ext>
            </a:extLst>
          </p:cNvPr>
          <p:cNvSpPr>
            <a:spLocks noGrp="1"/>
          </p:cNvSpPr>
          <p:nvPr>
            <p:ph type="sldNum" sz="quarter" idx="4"/>
          </p:nvPr>
        </p:nvSpPr>
        <p:spPr/>
        <p:txBody>
          <a:bodyPr/>
          <a:lstStyle/>
          <a:p>
            <a:fld id="{C4627FDD-D8F4-48FC-9A76-0AB68AD867E0}" type="slidenum">
              <a:rPr lang="en-IN" smtClean="0"/>
              <a:t>29</a:t>
            </a:fld>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48"/>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Membership operators: not in</a:t>
            </a:r>
            <a:endParaRPr sz="2600" b="0" i="0" u="none" strike="noStrike" cap="none">
              <a:solidFill>
                <a:srgbClr val="434343"/>
              </a:solidFill>
              <a:latin typeface="Calibri"/>
              <a:ea typeface="Calibri"/>
              <a:cs typeface="Calibri"/>
              <a:sym typeface="Calibri"/>
            </a:endParaRPr>
          </a:p>
        </p:txBody>
      </p:sp>
      <p:sp>
        <p:nvSpPr>
          <p:cNvPr id="310" name="Google Shape;310;p48"/>
          <p:cNvSpPr txBox="1"/>
          <p:nvPr/>
        </p:nvSpPr>
        <p:spPr>
          <a:xfrm>
            <a:off x="360000" y="1170000"/>
            <a:ext cx="82809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1000"/>
              </a:spcAft>
              <a:buClr>
                <a:srgbClr val="000000"/>
              </a:buClr>
              <a:buSzPts val="1800"/>
              <a:buFont typeface="Arial"/>
              <a:buNone/>
            </a:pPr>
            <a:r>
              <a:rPr lang="en-GB" sz="1800" b="0" i="0" u="none" strike="noStrike" cap="none">
                <a:solidFill>
                  <a:schemeClr val="dk1"/>
                </a:solidFill>
                <a:latin typeface="Calibri"/>
                <a:ea typeface="Calibri"/>
                <a:cs typeface="Calibri"/>
                <a:sym typeface="Calibri"/>
              </a:rPr>
              <a:t>The ‘in’ operator check if a value is missing in a string.</a:t>
            </a:r>
            <a:endParaRPr sz="1400" b="0" i="0" u="none" strike="noStrike" cap="none">
              <a:solidFill>
                <a:srgbClr val="000000"/>
              </a:solidFill>
              <a:latin typeface="Arial"/>
              <a:ea typeface="Arial"/>
              <a:cs typeface="Arial"/>
              <a:sym typeface="Arial"/>
            </a:endParaRPr>
          </a:p>
        </p:txBody>
      </p:sp>
      <p:pic>
        <p:nvPicPr>
          <p:cNvPr id="311" name="Google Shape;311;p48"/>
          <p:cNvPicPr preferRelativeResize="0"/>
          <p:nvPr/>
        </p:nvPicPr>
        <p:blipFill rotWithShape="1">
          <a:blip r:embed="rId3">
            <a:alphaModFix/>
          </a:blip>
          <a:srcRect/>
          <a:stretch/>
        </p:blipFill>
        <p:spPr>
          <a:xfrm>
            <a:off x="1190625" y="1800000"/>
            <a:ext cx="6762750" cy="2228850"/>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6831D55E-38E3-F82C-AF17-0358C3DDF169}"/>
              </a:ext>
            </a:extLst>
          </p:cNvPr>
          <p:cNvSpPr>
            <a:spLocks noGrp="1"/>
          </p:cNvSpPr>
          <p:nvPr>
            <p:ph type="sldNum" sz="quarter" idx="4"/>
          </p:nvPr>
        </p:nvSpPr>
        <p:spPr/>
        <p:txBody>
          <a:bodyPr/>
          <a:lstStyle/>
          <a:p>
            <a:fld id="{C4627FDD-D8F4-48FC-9A76-0AB68AD867E0}" type="slidenum">
              <a:rPr lang="en-IN" smtClean="0"/>
              <a:t>30</a:t>
            </a:fld>
            <a:endParaRPr lang="en-I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9"/>
          <p:cNvSpPr txBox="1"/>
          <p:nvPr/>
        </p:nvSpPr>
        <p:spPr>
          <a:xfrm>
            <a:off x="720000" y="2351325"/>
            <a:ext cx="6071400" cy="516300"/>
          </a:xfrm>
          <a:prstGeom prst="rect">
            <a:avLst/>
          </a:prstGeom>
          <a:noFill/>
          <a:ln>
            <a:noFill/>
          </a:ln>
        </p:spPr>
        <p:txBody>
          <a:bodyPr spcFirstLastPara="1" wrap="square" lIns="34300" tIns="17150" rIns="34300" bIns="1715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GB" sz="3500" b="0" i="0" u="none" strike="noStrike" cap="none">
                <a:solidFill>
                  <a:srgbClr val="000000"/>
                </a:solidFill>
                <a:latin typeface="Calibri"/>
                <a:ea typeface="Calibri"/>
                <a:cs typeface="Calibri"/>
                <a:sym typeface="Calibri"/>
              </a:rPr>
              <a:t>Bitwise Operators</a:t>
            </a:r>
            <a:endParaRPr sz="3500" b="0" i="0" u="none" strike="noStrike" cap="none">
              <a:solidFill>
                <a:srgbClr val="000000"/>
              </a:solidFill>
              <a:latin typeface="Calibri"/>
              <a:ea typeface="Calibri"/>
              <a:cs typeface="Calibri"/>
              <a:sym typeface="Calibri"/>
            </a:endParaRPr>
          </a:p>
        </p:txBody>
      </p:sp>
      <p:sp>
        <p:nvSpPr>
          <p:cNvPr id="3" name="Slide Number Placeholder 2">
            <a:extLst>
              <a:ext uri="{FF2B5EF4-FFF2-40B4-BE49-F238E27FC236}">
                <a16:creationId xmlns:a16="http://schemas.microsoft.com/office/drawing/2014/main" id="{D1694549-418E-2B47-524C-724D665BBDA7}"/>
              </a:ext>
            </a:extLst>
          </p:cNvPr>
          <p:cNvSpPr>
            <a:spLocks noGrp="1"/>
          </p:cNvSpPr>
          <p:nvPr>
            <p:ph type="sldNum" idx="12"/>
          </p:nvPr>
        </p:nvSpPr>
        <p:spPr/>
        <p:txBody>
          <a:bodyPr/>
          <a:lstStyle/>
          <a:p>
            <a:pPr marL="0" lvl="0" indent="0" algn="l" rtl="0">
              <a:spcBef>
                <a:spcPts val="0"/>
              </a:spcBef>
              <a:spcAft>
                <a:spcPts val="0"/>
              </a:spcAft>
              <a:buNone/>
            </a:pPr>
            <a:fld id="{00000000-1234-1234-1234-123412341234}" type="slidenum">
              <a:rPr lang="en-GB" smtClean="0"/>
              <a:t>31</a:t>
            </a:fld>
            <a:endParaRPr lang="en-GB"/>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0"/>
          <p:cNvSpPr txBox="1"/>
          <p:nvPr/>
        </p:nvSpPr>
        <p:spPr>
          <a:xfrm>
            <a:off x="360000" y="1800000"/>
            <a:ext cx="8280000" cy="2727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600" b="0" i="0" u="none" strike="noStrike" cap="none">
                <a:solidFill>
                  <a:srgbClr val="000000"/>
                </a:solidFill>
                <a:latin typeface="Calibri"/>
                <a:ea typeface="Calibri"/>
                <a:cs typeface="Calibri"/>
                <a:sym typeface="Calibri"/>
              </a:rPr>
              <a:t>Computers store all kinds of information as a stream of binary digits called bits.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GB" sz="1600" b="0" i="0" u="none" strike="noStrike" cap="none">
                <a:solidFill>
                  <a:srgbClr val="000000"/>
                </a:solidFill>
                <a:latin typeface="Calibri"/>
                <a:ea typeface="Calibri"/>
                <a:cs typeface="Calibri"/>
                <a:sym typeface="Calibri"/>
              </a:rPr>
              <a:t>When you work with text, images, or videos, computers handle them in the form of ones and zeros. The bitwise operators let you manipulate those individual bits of data at the most granular level. </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GB" sz="1600" b="0" i="0" u="none" strike="noStrike" cap="none">
                <a:solidFill>
                  <a:srgbClr val="000000"/>
                </a:solidFill>
                <a:latin typeface="Calibri"/>
                <a:ea typeface="Calibri"/>
                <a:cs typeface="Calibri"/>
                <a:sym typeface="Calibri"/>
              </a:rPr>
              <a:t>Integers are first converted into binary and then operations are performed bit by bit. And hence the name bitwise operator. Note: Bitwise operators work only on integers.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GB" sz="1600" b="0" i="0" u="none" strike="noStrike" cap="none">
                <a:solidFill>
                  <a:srgbClr val="000000"/>
                </a:solidFill>
                <a:latin typeface="Calibri"/>
                <a:ea typeface="Calibri"/>
                <a:cs typeface="Calibri"/>
                <a:sym typeface="Calibri"/>
              </a:rPr>
              <a:t>In this course, we are more focussed towards using Python for data analytics and hence we will not deep dive into the computer science aspect of bitwise operators. Instead we learn how to use them.</a:t>
            </a:r>
            <a:endParaRPr sz="1600" b="0" i="0" u="none" strike="noStrike" cap="none">
              <a:solidFill>
                <a:srgbClr val="000000"/>
              </a:solidFill>
              <a:latin typeface="Calibri"/>
              <a:ea typeface="Calibri"/>
              <a:cs typeface="Calibri"/>
              <a:sym typeface="Calibri"/>
            </a:endParaRPr>
          </a:p>
        </p:txBody>
      </p:sp>
      <p:sp>
        <p:nvSpPr>
          <p:cNvPr id="323" name="Google Shape;323;p50"/>
          <p:cNvSpPr txBox="1"/>
          <p:nvPr/>
        </p:nvSpPr>
        <p:spPr>
          <a:xfrm>
            <a:off x="1170000" y="696600"/>
            <a:ext cx="5725200" cy="510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GB" sz="1800" b="0" i="0" u="none" strike="noStrike" cap="none">
                <a:solidFill>
                  <a:srgbClr val="000000"/>
                </a:solidFill>
                <a:latin typeface="Calibri"/>
                <a:ea typeface="Calibri"/>
                <a:cs typeface="Calibri"/>
                <a:sym typeface="Calibri"/>
              </a:rPr>
              <a:t>Bitwise operators</a:t>
            </a:r>
            <a:endParaRPr sz="1800" b="0" i="0" u="none" strike="noStrike" cap="none">
              <a:solidFill>
                <a:srgbClr val="000000"/>
              </a:solidFill>
              <a:latin typeface="Calibri"/>
              <a:ea typeface="Calibri"/>
              <a:cs typeface="Calibri"/>
              <a:sym typeface="Calibri"/>
            </a:endParaRPr>
          </a:p>
        </p:txBody>
      </p:sp>
      <p:sp>
        <p:nvSpPr>
          <p:cNvPr id="324" name="Google Shape;324;p50"/>
          <p:cNvSpPr/>
          <p:nvPr/>
        </p:nvSpPr>
        <p:spPr>
          <a:xfrm>
            <a:off x="5876075" y="494175"/>
            <a:ext cx="537900" cy="5379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5" name="Google Shape;325;p50"/>
          <p:cNvGrpSpPr/>
          <p:nvPr/>
        </p:nvGrpSpPr>
        <p:grpSpPr>
          <a:xfrm>
            <a:off x="370175" y="466017"/>
            <a:ext cx="701100" cy="701100"/>
            <a:chOff x="370175" y="466017"/>
            <a:chExt cx="701100" cy="701100"/>
          </a:xfrm>
        </p:grpSpPr>
        <p:sp>
          <p:nvSpPr>
            <p:cNvPr id="326" name="Google Shape;326;p50"/>
            <p:cNvSpPr/>
            <p:nvPr/>
          </p:nvSpPr>
          <p:spPr>
            <a:xfrm>
              <a:off x="370175" y="466017"/>
              <a:ext cx="701100" cy="701100"/>
            </a:xfrm>
            <a:prstGeom prst="ellipse">
              <a:avLst/>
            </a:prstGeom>
            <a:solidFill>
              <a:srgbClr val="93C4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50"/>
            <p:cNvSpPr/>
            <p:nvPr/>
          </p:nvSpPr>
          <p:spPr>
            <a:xfrm>
              <a:off x="451775" y="547617"/>
              <a:ext cx="537900" cy="537900"/>
            </a:xfrm>
            <a:prstGeom prst="ellipse">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8" name="Google Shape;328;p50"/>
            <p:cNvGrpSpPr/>
            <p:nvPr/>
          </p:nvGrpSpPr>
          <p:grpSpPr>
            <a:xfrm>
              <a:off x="678425" y="581817"/>
              <a:ext cx="84600" cy="469500"/>
              <a:chOff x="678425" y="581817"/>
              <a:chExt cx="84600" cy="469500"/>
            </a:xfrm>
          </p:grpSpPr>
          <p:sp>
            <p:nvSpPr>
              <p:cNvPr id="329" name="Google Shape;329;p50"/>
              <p:cNvSpPr/>
              <p:nvPr/>
            </p:nvSpPr>
            <p:spPr>
              <a:xfrm>
                <a:off x="678425" y="581817"/>
                <a:ext cx="84600" cy="84600"/>
              </a:xfrm>
              <a:prstGeom prst="rect">
                <a:avLst/>
              </a:prstGeom>
              <a:solidFill>
                <a:srgbClr val="93C4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50"/>
              <p:cNvSpPr/>
              <p:nvPr/>
            </p:nvSpPr>
            <p:spPr>
              <a:xfrm>
                <a:off x="678425" y="696717"/>
                <a:ext cx="84600" cy="354600"/>
              </a:xfrm>
              <a:prstGeom prst="rect">
                <a:avLst/>
              </a:prstGeom>
              <a:solidFill>
                <a:srgbClr val="93C47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 name="Slide Number Placeholder 1">
            <a:extLst>
              <a:ext uri="{FF2B5EF4-FFF2-40B4-BE49-F238E27FC236}">
                <a16:creationId xmlns:a16="http://schemas.microsoft.com/office/drawing/2014/main" id="{86618E67-16B3-A9EF-E0B1-2B4CFCBAF74A}"/>
              </a:ext>
            </a:extLst>
          </p:cNvPr>
          <p:cNvSpPr>
            <a:spLocks noGrp="1"/>
          </p:cNvSpPr>
          <p:nvPr>
            <p:ph type="sldNum" sz="quarter" idx="4"/>
          </p:nvPr>
        </p:nvSpPr>
        <p:spPr/>
        <p:txBody>
          <a:bodyPr/>
          <a:lstStyle/>
          <a:p>
            <a:fld id="{C4627FDD-D8F4-48FC-9A76-0AB68AD867E0}" type="slidenum">
              <a:rPr lang="en-IN" smtClean="0"/>
              <a:t>32</a:t>
            </a:fld>
            <a:endParaRPr lang="en-I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51"/>
          <p:cNvSpPr txBox="1"/>
          <p:nvPr/>
        </p:nvSpPr>
        <p:spPr>
          <a:xfrm>
            <a:off x="360000" y="1170000"/>
            <a:ext cx="8280000" cy="459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GB" sz="1800" b="0" i="0" u="none" strike="noStrike" cap="none">
                <a:solidFill>
                  <a:srgbClr val="000000"/>
                </a:solidFill>
                <a:latin typeface="Calibri"/>
                <a:ea typeface="Calibri"/>
                <a:cs typeface="Calibri"/>
                <a:sym typeface="Calibri"/>
              </a:rPr>
              <a:t>Python Bitwise Operators take one to two operands, and operates on them bit by bit, instead of whole</a:t>
            </a:r>
            <a:endParaRPr sz="1800" b="0" i="0" u="none" strike="noStrike" cap="none">
              <a:solidFill>
                <a:srgbClr val="000000"/>
              </a:solidFill>
              <a:latin typeface="Calibri"/>
              <a:ea typeface="Calibri"/>
              <a:cs typeface="Calibri"/>
              <a:sym typeface="Calibri"/>
            </a:endParaRPr>
          </a:p>
        </p:txBody>
      </p:sp>
      <p:sp>
        <p:nvSpPr>
          <p:cNvPr id="336" name="Google Shape;336;p51"/>
          <p:cNvSpPr txBox="1"/>
          <p:nvPr/>
        </p:nvSpPr>
        <p:spPr>
          <a:xfrm>
            <a:off x="2614450" y="2203700"/>
            <a:ext cx="5665500" cy="20985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100"/>
              <a:buFont typeface="Arial"/>
              <a:buNone/>
            </a:pPr>
            <a:r>
              <a:rPr lang="en-GB" sz="1800" b="0" i="0" u="none" strike="noStrike" cap="none">
                <a:solidFill>
                  <a:srgbClr val="000000"/>
                </a:solidFill>
                <a:latin typeface="Calibri"/>
                <a:ea typeface="Calibri"/>
                <a:cs typeface="Calibri"/>
                <a:sym typeface="Calibri"/>
              </a:rPr>
              <a:t>The binary and (&amp;) takes two values and performs an AND-ing on each pair of bits.</a:t>
            </a:r>
            <a:endParaRPr sz="1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15000"/>
              </a:lnSpc>
              <a:spcBef>
                <a:spcPts val="1000"/>
              </a:spcBef>
              <a:spcAft>
                <a:spcPts val="0"/>
              </a:spcAft>
              <a:buClr>
                <a:schemeClr val="dk1"/>
              </a:buClr>
              <a:buSzPts val="1100"/>
              <a:buFont typeface="Arial"/>
              <a:buNone/>
            </a:pPr>
            <a:r>
              <a:rPr lang="en-GB" sz="1800" b="0" i="0" u="none" strike="noStrike" cap="none">
                <a:solidFill>
                  <a:srgbClr val="000000"/>
                </a:solidFill>
                <a:latin typeface="Calibri"/>
                <a:ea typeface="Calibri"/>
                <a:cs typeface="Calibri"/>
                <a:sym typeface="Calibri"/>
              </a:rPr>
              <a:t>Compared to &amp;, this one returns 1 even if one of the two corresponding bits from the two operands is 1.</a:t>
            </a:r>
            <a:endParaRPr sz="1800" b="0" i="0" u="none" strike="noStrike" cap="none">
              <a:solidFill>
                <a:srgbClr val="000000"/>
              </a:solidFill>
              <a:latin typeface="Calibri"/>
              <a:ea typeface="Calibri"/>
              <a:cs typeface="Calibri"/>
              <a:sym typeface="Calibri"/>
            </a:endParaRPr>
          </a:p>
        </p:txBody>
      </p:sp>
      <p:sp>
        <p:nvSpPr>
          <p:cNvPr id="337" name="Google Shape;337;p51"/>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Bitwise operators</a:t>
            </a:r>
            <a:endParaRPr sz="2600" b="0" i="0" u="none" strike="noStrike" cap="none">
              <a:solidFill>
                <a:srgbClr val="434343"/>
              </a:solidFill>
              <a:latin typeface="Calibri"/>
              <a:ea typeface="Calibri"/>
              <a:cs typeface="Calibri"/>
              <a:sym typeface="Calibri"/>
            </a:endParaRPr>
          </a:p>
        </p:txBody>
      </p:sp>
      <p:sp>
        <p:nvSpPr>
          <p:cNvPr id="338" name="Google Shape;338;p51"/>
          <p:cNvSpPr txBox="1"/>
          <p:nvPr/>
        </p:nvSpPr>
        <p:spPr>
          <a:xfrm>
            <a:off x="980807" y="2079598"/>
            <a:ext cx="1444500" cy="223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GB" sz="1800" b="0" i="0" u="none" strike="noStrike" cap="none">
                <a:solidFill>
                  <a:schemeClr val="dk1"/>
                </a:solidFill>
                <a:highlight>
                  <a:srgbClr val="FFFFFF"/>
                </a:highlight>
                <a:latin typeface="Calibri"/>
                <a:ea typeface="Calibri"/>
                <a:cs typeface="Calibri"/>
                <a:sym typeface="Calibri"/>
              </a:rPr>
              <a:t>&amp;</a:t>
            </a:r>
            <a:endParaRPr sz="1800" b="0" i="0" u="none" strike="noStrike" cap="none">
              <a:solidFill>
                <a:schemeClr val="dk1"/>
              </a:solidFill>
              <a:highlight>
                <a:srgbClr val="FFFFFF"/>
              </a:highlight>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GB" sz="1800" b="0" i="0" u="none" strike="noStrike" cap="none">
                <a:solidFill>
                  <a:schemeClr val="dk1"/>
                </a:solidFill>
                <a:highlight>
                  <a:srgbClr val="FFFFFF"/>
                </a:highlight>
                <a:latin typeface="Calibri"/>
                <a:ea typeface="Calibri"/>
                <a:cs typeface="Calibri"/>
                <a:sym typeface="Calibri"/>
              </a:rPr>
              <a:t>(Bitwise and)</a:t>
            </a:r>
            <a:endParaRPr sz="1800" b="0" i="0" u="none" strike="noStrike" cap="none">
              <a:solidFill>
                <a:schemeClr val="dk1"/>
              </a:solidFill>
              <a:highlight>
                <a:srgbClr val="FFFFFF"/>
              </a:highlight>
              <a:latin typeface="Calibri"/>
              <a:ea typeface="Calibri"/>
              <a:cs typeface="Calibri"/>
              <a:sym typeface="Calibri"/>
            </a:endParaRPr>
          </a:p>
          <a:p>
            <a:pPr marL="0" marR="0" lvl="0" indent="0" algn="ctr" rtl="0">
              <a:lnSpc>
                <a:spcPct val="150000"/>
              </a:lnSpc>
              <a:spcBef>
                <a:spcPts val="0"/>
              </a:spcBef>
              <a:spcAft>
                <a:spcPts val="0"/>
              </a:spcAft>
              <a:buClr>
                <a:srgbClr val="000000"/>
              </a:buClr>
              <a:buSzPts val="2000"/>
              <a:buFont typeface="Arial"/>
              <a:buNone/>
            </a:pPr>
            <a:endParaRPr sz="1250" b="0" i="1" u="none" strike="noStrike" cap="none">
              <a:solidFill>
                <a:schemeClr val="dk1"/>
              </a:solidFill>
              <a:highlight>
                <a:srgbClr val="FFFFFF"/>
              </a:highlight>
              <a:latin typeface="Arial"/>
              <a:ea typeface="Arial"/>
              <a:cs typeface="Arial"/>
              <a:sym typeface="Arial"/>
            </a:endParaRPr>
          </a:p>
          <a:p>
            <a:pPr marL="0" marR="0" lvl="0" indent="0" algn="ctr" rtl="0">
              <a:lnSpc>
                <a:spcPct val="150000"/>
              </a:lnSpc>
              <a:spcBef>
                <a:spcPts val="0"/>
              </a:spcBef>
              <a:spcAft>
                <a:spcPts val="0"/>
              </a:spcAft>
              <a:buClr>
                <a:srgbClr val="000000"/>
              </a:buClr>
              <a:buSzPts val="2000"/>
              <a:buFont typeface="Arial"/>
              <a:buNone/>
            </a:pPr>
            <a:endParaRPr sz="1250" b="0" i="1" u="none" strike="noStrike" cap="none">
              <a:solidFill>
                <a:schemeClr val="dk1"/>
              </a:solidFill>
              <a:highlight>
                <a:srgbClr val="FFFFFF"/>
              </a:highlight>
              <a:latin typeface="Arial"/>
              <a:ea typeface="Arial"/>
              <a:cs typeface="Arial"/>
              <a:sym typeface="Arial"/>
            </a:endParaRPr>
          </a:p>
          <a:p>
            <a:pPr marL="0" marR="0" lvl="0" indent="0" algn="ctr" rtl="0">
              <a:lnSpc>
                <a:spcPct val="150000"/>
              </a:lnSpc>
              <a:spcBef>
                <a:spcPts val="0"/>
              </a:spcBef>
              <a:spcAft>
                <a:spcPts val="0"/>
              </a:spcAft>
              <a:buClr>
                <a:srgbClr val="000000"/>
              </a:buClr>
              <a:buSzPts val="2000"/>
              <a:buFont typeface="Arial"/>
              <a:buNone/>
            </a:pPr>
            <a:endParaRPr sz="1250" b="0" i="1" u="none" strike="noStrike" cap="none">
              <a:solidFill>
                <a:schemeClr val="dk1"/>
              </a:solidFill>
              <a:highlight>
                <a:srgbClr val="FFFFFF"/>
              </a:highlight>
              <a:latin typeface="Arial"/>
              <a:ea typeface="Arial"/>
              <a:cs typeface="Arial"/>
              <a:sym typeface="Arial"/>
            </a:endParaRPr>
          </a:p>
          <a:p>
            <a:pPr marL="0" marR="0" lvl="0" indent="0" algn="ctr" rtl="0">
              <a:lnSpc>
                <a:spcPct val="115000"/>
              </a:lnSpc>
              <a:spcBef>
                <a:spcPts val="0"/>
              </a:spcBef>
              <a:spcAft>
                <a:spcPts val="0"/>
              </a:spcAft>
              <a:buClr>
                <a:srgbClr val="000000"/>
              </a:buClr>
              <a:buSzPts val="2000"/>
              <a:buFont typeface="Arial"/>
              <a:buNone/>
            </a:pPr>
            <a:r>
              <a:rPr lang="en-GB" sz="1800" b="0" i="0" u="none" strike="noStrike" cap="none">
                <a:solidFill>
                  <a:srgbClr val="222222"/>
                </a:solidFill>
                <a:highlight>
                  <a:srgbClr val="FFFFFF"/>
                </a:highlight>
                <a:latin typeface="Calibri"/>
                <a:ea typeface="Calibri"/>
                <a:cs typeface="Calibri"/>
                <a:sym typeface="Calibri"/>
              </a:rPr>
              <a:t>|</a:t>
            </a:r>
            <a:endParaRPr sz="1800" b="0" i="0" u="none" strike="noStrike" cap="none">
              <a:solidFill>
                <a:srgbClr val="222222"/>
              </a:solidFill>
              <a:highlight>
                <a:srgbClr val="FFFFFF"/>
              </a:highlight>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GB" sz="1800" b="0" i="0" u="none" strike="noStrike" cap="none">
                <a:solidFill>
                  <a:srgbClr val="222222"/>
                </a:solidFill>
                <a:highlight>
                  <a:srgbClr val="FFFFFF"/>
                </a:highlight>
                <a:latin typeface="Calibri"/>
                <a:ea typeface="Calibri"/>
                <a:cs typeface="Calibri"/>
                <a:sym typeface="Calibri"/>
              </a:rPr>
              <a:t>(Bitwise or)</a:t>
            </a:r>
            <a:endParaRPr sz="1800" b="0" i="0" u="none" strike="noStrike" cap="none">
              <a:solidFill>
                <a:srgbClr val="222222"/>
              </a:solidFill>
              <a:highlight>
                <a:srgbClr val="FFFFFF"/>
              </a:highlight>
              <a:latin typeface="Calibri"/>
              <a:ea typeface="Calibri"/>
              <a:cs typeface="Calibri"/>
              <a:sym typeface="Calibri"/>
            </a:endParaRPr>
          </a:p>
        </p:txBody>
      </p:sp>
      <p:cxnSp>
        <p:nvCxnSpPr>
          <p:cNvPr id="339" name="Google Shape;339;p51"/>
          <p:cNvCxnSpPr/>
          <p:nvPr/>
        </p:nvCxnSpPr>
        <p:spPr>
          <a:xfrm>
            <a:off x="2460450" y="2079600"/>
            <a:ext cx="0" cy="2426100"/>
          </a:xfrm>
          <a:prstGeom prst="straightConnector1">
            <a:avLst/>
          </a:prstGeom>
          <a:noFill/>
          <a:ln w="9525" cap="flat" cmpd="sng">
            <a:solidFill>
              <a:srgbClr val="14B2D6"/>
            </a:solidFill>
            <a:prstDash val="solid"/>
            <a:round/>
            <a:headEnd type="none" w="sm" len="sm"/>
            <a:tailEnd type="none" w="sm" len="sm"/>
          </a:ln>
        </p:spPr>
      </p:cxnSp>
      <p:sp>
        <p:nvSpPr>
          <p:cNvPr id="2" name="Slide Number Placeholder 1">
            <a:extLst>
              <a:ext uri="{FF2B5EF4-FFF2-40B4-BE49-F238E27FC236}">
                <a16:creationId xmlns:a16="http://schemas.microsoft.com/office/drawing/2014/main" id="{9D80CE57-0852-AB5D-C79A-4E59E85D8D11}"/>
              </a:ext>
            </a:extLst>
          </p:cNvPr>
          <p:cNvSpPr>
            <a:spLocks noGrp="1"/>
          </p:cNvSpPr>
          <p:nvPr>
            <p:ph type="sldNum" sz="quarter" idx="4"/>
          </p:nvPr>
        </p:nvSpPr>
        <p:spPr/>
        <p:txBody>
          <a:bodyPr/>
          <a:lstStyle/>
          <a:p>
            <a:fld id="{C4627FDD-D8F4-48FC-9A76-0AB68AD867E0}" type="slidenum">
              <a:rPr lang="en-IN" smtClean="0"/>
              <a:t>33</a:t>
            </a:fld>
            <a:endParaRPr lang="en-IN"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2"/>
          <p:cNvSpPr/>
          <p:nvPr/>
        </p:nvSpPr>
        <p:spPr>
          <a:xfrm>
            <a:off x="1701250" y="1152763"/>
            <a:ext cx="1626300" cy="7134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GB" sz="1800" b="0" i="0" u="none" strike="noStrike" cap="none">
                <a:solidFill>
                  <a:schemeClr val="dk1"/>
                </a:solidFill>
                <a:highlight>
                  <a:schemeClr val="lt1"/>
                </a:highlight>
                <a:latin typeface="Calibri"/>
                <a:ea typeface="Calibri"/>
                <a:cs typeface="Calibri"/>
                <a:sym typeface="Calibri"/>
              </a:rPr>
              <a:t>&amp;</a:t>
            </a:r>
            <a:endParaRPr sz="1800" b="0" i="0" u="none" strike="noStrike" cap="none">
              <a:solidFill>
                <a:schemeClr val="dk1"/>
              </a:solidFill>
              <a:highlight>
                <a:schemeClr val="lt1"/>
              </a:highlight>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2000"/>
              <a:buFont typeface="Arial"/>
              <a:buNone/>
            </a:pPr>
            <a:r>
              <a:rPr lang="en-GB" sz="1800" b="0" i="0" u="none" strike="noStrike" cap="none">
                <a:solidFill>
                  <a:schemeClr val="dk1"/>
                </a:solidFill>
                <a:highlight>
                  <a:schemeClr val="lt1"/>
                </a:highlight>
                <a:latin typeface="Calibri"/>
                <a:ea typeface="Calibri"/>
                <a:cs typeface="Calibri"/>
                <a:sym typeface="Calibri"/>
              </a:rPr>
              <a:t>(Bitwise and)</a:t>
            </a:r>
            <a:r>
              <a:rPr lang="en-GB" sz="1800" b="0" i="0" u="none" strike="noStrike" cap="none">
                <a:solidFill>
                  <a:schemeClr val="dk1"/>
                </a:solidFill>
                <a:highlight>
                  <a:schemeClr val="lt1"/>
                </a:highlight>
                <a:latin typeface="Avenir"/>
                <a:ea typeface="Avenir"/>
                <a:cs typeface="Avenir"/>
                <a:sym typeface="Avenir"/>
              </a:rPr>
              <a:t>           </a:t>
            </a:r>
            <a:r>
              <a:rPr lang="en-GB" sz="1800" b="0" i="0" u="none" strike="noStrike" cap="none">
                <a:solidFill>
                  <a:srgbClr val="222222"/>
                </a:solidFill>
                <a:highlight>
                  <a:schemeClr val="lt1"/>
                </a:highlight>
                <a:latin typeface="Avenir"/>
                <a:ea typeface="Avenir"/>
                <a:cs typeface="Avenir"/>
                <a:sym typeface="Avenir"/>
              </a:rPr>
              <a:t>                                       </a:t>
            </a:r>
            <a:endParaRPr sz="1800" b="0" i="0" u="none" strike="noStrike" cap="none">
              <a:solidFill>
                <a:schemeClr val="dk1"/>
              </a:solidFill>
              <a:highlight>
                <a:schemeClr val="lt1"/>
              </a:highlight>
              <a:latin typeface="Avenir"/>
              <a:ea typeface="Avenir"/>
              <a:cs typeface="Avenir"/>
              <a:sym typeface="Avenir"/>
            </a:endParaRPr>
          </a:p>
        </p:txBody>
      </p:sp>
      <p:sp>
        <p:nvSpPr>
          <p:cNvPr id="345" name="Google Shape;345;p52"/>
          <p:cNvSpPr/>
          <p:nvPr/>
        </p:nvSpPr>
        <p:spPr>
          <a:xfrm>
            <a:off x="5873750" y="1152763"/>
            <a:ext cx="1626300" cy="713400"/>
          </a:xfrm>
          <a:prstGeom prst="roundRect">
            <a:avLst>
              <a:gd name="adj" fmla="val 16667"/>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000"/>
              <a:buFont typeface="Arial"/>
              <a:buNone/>
            </a:pPr>
            <a:r>
              <a:rPr lang="en-GB" sz="1800" b="0" i="0" u="none" strike="noStrike" cap="none">
                <a:solidFill>
                  <a:schemeClr val="dk1"/>
                </a:solidFill>
                <a:highlight>
                  <a:schemeClr val="lt1"/>
                </a:highlight>
                <a:latin typeface="Calibri"/>
                <a:ea typeface="Calibri"/>
                <a:cs typeface="Calibri"/>
                <a:sym typeface="Calibri"/>
              </a:rPr>
              <a:t>|</a:t>
            </a:r>
            <a:endParaRPr sz="1800" b="0" i="0" u="none" strike="noStrike" cap="none">
              <a:solidFill>
                <a:schemeClr val="dk1"/>
              </a:solidFill>
              <a:highlight>
                <a:schemeClr val="lt1"/>
              </a:highlight>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2000"/>
              <a:buFont typeface="Arial"/>
              <a:buNone/>
            </a:pPr>
            <a:r>
              <a:rPr lang="en-GB" sz="1800" b="0" i="0" u="none" strike="noStrike" cap="none">
                <a:solidFill>
                  <a:schemeClr val="dk1"/>
                </a:solidFill>
                <a:highlight>
                  <a:schemeClr val="lt1"/>
                </a:highlight>
                <a:latin typeface="Calibri"/>
                <a:ea typeface="Calibri"/>
                <a:cs typeface="Calibri"/>
                <a:sym typeface="Calibri"/>
              </a:rPr>
              <a:t>(Bitwise or)</a:t>
            </a:r>
            <a:r>
              <a:rPr lang="en-GB" sz="1800" b="0" i="0" u="none" strike="noStrike" cap="none">
                <a:solidFill>
                  <a:schemeClr val="dk1"/>
                </a:solidFill>
                <a:highlight>
                  <a:schemeClr val="lt1"/>
                </a:highlight>
                <a:latin typeface="Avenir"/>
                <a:ea typeface="Avenir"/>
                <a:cs typeface="Avenir"/>
                <a:sym typeface="Avenir"/>
              </a:rPr>
              <a:t>           </a:t>
            </a:r>
            <a:r>
              <a:rPr lang="en-GB" sz="1800" b="0" i="0" u="none" strike="noStrike" cap="none">
                <a:solidFill>
                  <a:srgbClr val="222222"/>
                </a:solidFill>
                <a:highlight>
                  <a:schemeClr val="lt1"/>
                </a:highlight>
                <a:latin typeface="Avenir"/>
                <a:ea typeface="Avenir"/>
                <a:cs typeface="Avenir"/>
                <a:sym typeface="Avenir"/>
              </a:rPr>
              <a:t>                                       </a:t>
            </a:r>
            <a:endParaRPr sz="1800" b="0" i="0" u="none" strike="noStrike" cap="none">
              <a:solidFill>
                <a:schemeClr val="dk1"/>
              </a:solidFill>
              <a:highlight>
                <a:schemeClr val="lt1"/>
              </a:highlight>
              <a:latin typeface="Avenir"/>
              <a:ea typeface="Avenir"/>
              <a:cs typeface="Avenir"/>
              <a:sym typeface="Avenir"/>
            </a:endParaRPr>
          </a:p>
        </p:txBody>
      </p:sp>
      <p:pic>
        <p:nvPicPr>
          <p:cNvPr id="346" name="Google Shape;346;p52"/>
          <p:cNvPicPr preferRelativeResize="0"/>
          <p:nvPr/>
        </p:nvPicPr>
        <p:blipFill rotWithShape="1">
          <a:blip r:embed="rId3">
            <a:alphaModFix/>
          </a:blip>
          <a:srcRect/>
          <a:stretch/>
        </p:blipFill>
        <p:spPr>
          <a:xfrm>
            <a:off x="879475" y="2507825"/>
            <a:ext cx="3638025" cy="1534896"/>
          </a:xfrm>
          <a:prstGeom prst="rect">
            <a:avLst/>
          </a:prstGeom>
          <a:noFill/>
          <a:ln>
            <a:noFill/>
          </a:ln>
        </p:spPr>
      </p:pic>
      <p:pic>
        <p:nvPicPr>
          <p:cNvPr id="347" name="Google Shape;347;p52"/>
          <p:cNvPicPr preferRelativeResize="0"/>
          <p:nvPr/>
        </p:nvPicPr>
        <p:blipFill rotWithShape="1">
          <a:blip r:embed="rId4">
            <a:alphaModFix/>
          </a:blip>
          <a:srcRect/>
          <a:stretch/>
        </p:blipFill>
        <p:spPr>
          <a:xfrm>
            <a:off x="4744675" y="2544850"/>
            <a:ext cx="3638025" cy="1507990"/>
          </a:xfrm>
          <a:prstGeom prst="rect">
            <a:avLst/>
          </a:prstGeom>
          <a:noFill/>
          <a:ln>
            <a:noFill/>
          </a:ln>
        </p:spPr>
      </p:pic>
      <p:sp>
        <p:nvSpPr>
          <p:cNvPr id="348" name="Google Shape;348;p52"/>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Bitwise operators: Truth tables</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BC4359C4-E839-2969-5EAC-FA8571F1967F}"/>
              </a:ext>
            </a:extLst>
          </p:cNvPr>
          <p:cNvSpPr>
            <a:spLocks noGrp="1"/>
          </p:cNvSpPr>
          <p:nvPr>
            <p:ph type="sldNum" sz="quarter" idx="4"/>
          </p:nvPr>
        </p:nvSpPr>
        <p:spPr/>
        <p:txBody>
          <a:bodyPr/>
          <a:lstStyle/>
          <a:p>
            <a:fld id="{C4627FDD-D8F4-48FC-9A76-0AB68AD867E0}" type="slidenum">
              <a:rPr lang="en-IN" smtClean="0"/>
              <a:t>34</a:t>
            </a:fld>
            <a:endParaRPr lang="en-I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3"/>
          <p:cNvSpPr txBox="1"/>
          <p:nvPr/>
        </p:nvSpPr>
        <p:spPr>
          <a:xfrm>
            <a:off x="721513" y="1361025"/>
            <a:ext cx="3000000" cy="432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222222"/>
                </a:solidFill>
                <a:highlight>
                  <a:schemeClr val="lt1"/>
                </a:highlight>
                <a:latin typeface="Calibri"/>
                <a:ea typeface="Calibri"/>
                <a:cs typeface="Calibri"/>
                <a:sym typeface="Calibri"/>
              </a:rPr>
              <a:t>&amp; operator</a:t>
            </a:r>
            <a:endParaRPr sz="1800" b="0" i="0" u="none" strike="noStrike" cap="none">
              <a:solidFill>
                <a:srgbClr val="222222"/>
              </a:solidFill>
              <a:highlight>
                <a:schemeClr val="lt1"/>
              </a:highlight>
              <a:latin typeface="Calibri"/>
              <a:ea typeface="Calibri"/>
              <a:cs typeface="Calibri"/>
              <a:sym typeface="Calibri"/>
            </a:endParaRPr>
          </a:p>
        </p:txBody>
      </p:sp>
      <p:sp>
        <p:nvSpPr>
          <p:cNvPr id="354" name="Google Shape;354;p53"/>
          <p:cNvSpPr txBox="1"/>
          <p:nvPr/>
        </p:nvSpPr>
        <p:spPr>
          <a:xfrm>
            <a:off x="5139988" y="1361025"/>
            <a:ext cx="3000000" cy="432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a:solidFill>
                  <a:srgbClr val="222222"/>
                </a:solidFill>
                <a:highlight>
                  <a:schemeClr val="lt1"/>
                </a:highlight>
                <a:latin typeface="Calibri"/>
                <a:ea typeface="Calibri"/>
                <a:cs typeface="Calibri"/>
                <a:sym typeface="Calibri"/>
              </a:rPr>
              <a:t>| operator</a:t>
            </a:r>
            <a:endParaRPr sz="1800" b="0" i="0" u="none" strike="noStrike" cap="none">
              <a:solidFill>
                <a:srgbClr val="222222"/>
              </a:solidFill>
              <a:highlight>
                <a:schemeClr val="lt1"/>
              </a:highlight>
              <a:latin typeface="Calibri"/>
              <a:ea typeface="Calibri"/>
              <a:cs typeface="Calibri"/>
              <a:sym typeface="Calibri"/>
            </a:endParaRPr>
          </a:p>
        </p:txBody>
      </p:sp>
      <p:cxnSp>
        <p:nvCxnSpPr>
          <p:cNvPr id="355" name="Google Shape;355;p53"/>
          <p:cNvCxnSpPr/>
          <p:nvPr/>
        </p:nvCxnSpPr>
        <p:spPr>
          <a:xfrm>
            <a:off x="4533638" y="1453650"/>
            <a:ext cx="4500" cy="2984400"/>
          </a:xfrm>
          <a:prstGeom prst="straightConnector1">
            <a:avLst/>
          </a:prstGeom>
          <a:noFill/>
          <a:ln w="9525" cap="flat" cmpd="sng">
            <a:solidFill>
              <a:schemeClr val="dk2"/>
            </a:solidFill>
            <a:prstDash val="solid"/>
            <a:round/>
            <a:headEnd type="none" w="sm" len="sm"/>
            <a:tailEnd type="none" w="sm" len="sm"/>
          </a:ln>
        </p:spPr>
      </p:cxnSp>
      <p:sp>
        <p:nvSpPr>
          <p:cNvPr id="356" name="Google Shape;356;p53"/>
          <p:cNvSpPr txBox="1"/>
          <p:nvPr/>
        </p:nvSpPr>
        <p:spPr>
          <a:xfrm>
            <a:off x="835663" y="3326275"/>
            <a:ext cx="3222600" cy="9486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GB" sz="1600" b="0" i="0" u="none" strike="noStrike" cap="none">
                <a:solidFill>
                  <a:srgbClr val="444444"/>
                </a:solidFill>
                <a:latin typeface="Calibri"/>
                <a:ea typeface="Calibri"/>
                <a:cs typeface="Calibri"/>
                <a:sym typeface="Calibri"/>
              </a:rPr>
              <a:t>(10 % 2 == 0) &amp; (10 % 3 == 0) </a:t>
            </a:r>
            <a:endParaRPr sz="1600" b="0" i="0" u="none" strike="noStrike" cap="none">
              <a:solidFill>
                <a:srgbClr val="444444"/>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a:solidFill>
                  <a:srgbClr val="444444"/>
                </a:solidFill>
                <a:latin typeface="Calibri"/>
                <a:ea typeface="Calibri"/>
                <a:cs typeface="Calibri"/>
                <a:sym typeface="Calibri"/>
              </a:rPr>
              <a:t>Implies True &amp; False. This results in Fasle </a:t>
            </a:r>
            <a:endParaRPr sz="1600" b="0" i="0" u="none" strike="noStrike" cap="none">
              <a:solidFill>
                <a:srgbClr val="000000"/>
              </a:solidFill>
              <a:latin typeface="Calibri"/>
              <a:ea typeface="Calibri"/>
              <a:cs typeface="Calibri"/>
              <a:sym typeface="Calibri"/>
            </a:endParaRPr>
          </a:p>
        </p:txBody>
      </p:sp>
      <p:sp>
        <p:nvSpPr>
          <p:cNvPr id="357" name="Google Shape;357;p53"/>
          <p:cNvSpPr txBox="1"/>
          <p:nvPr/>
        </p:nvSpPr>
        <p:spPr>
          <a:xfrm>
            <a:off x="5013550" y="3326275"/>
            <a:ext cx="3408900" cy="843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400"/>
              <a:buFont typeface="Arial"/>
              <a:buNone/>
            </a:pPr>
            <a:r>
              <a:rPr lang="en-GB" sz="1600" b="0" i="0" u="none" strike="noStrike" cap="none">
                <a:solidFill>
                  <a:srgbClr val="444444"/>
                </a:solidFill>
                <a:highlight>
                  <a:schemeClr val="lt1"/>
                </a:highlight>
                <a:latin typeface="Calibri"/>
                <a:ea typeface="Calibri"/>
                <a:cs typeface="Calibri"/>
                <a:sym typeface="Calibri"/>
              </a:rPr>
              <a:t>(10 % 2 == 0) | (10 % 3 == 0)</a:t>
            </a:r>
            <a:endParaRPr sz="1600" b="0" i="0" u="none" strike="noStrike" cap="none">
              <a:solidFill>
                <a:srgbClr val="444444"/>
              </a:solidFill>
              <a:highlight>
                <a:srgbClr val="FFFFFF"/>
              </a:highlight>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r>
              <a:rPr lang="en-GB" sz="1600" b="0" i="0" u="none" strike="noStrike" cap="none">
                <a:solidFill>
                  <a:srgbClr val="444444"/>
                </a:solidFill>
                <a:highlight>
                  <a:srgbClr val="FFFFFF"/>
                </a:highlight>
                <a:latin typeface="Calibri"/>
                <a:ea typeface="Calibri"/>
                <a:cs typeface="Calibri"/>
                <a:sym typeface="Calibri"/>
              </a:rPr>
              <a:t>Implies True | False. This results in True</a:t>
            </a:r>
            <a:r>
              <a:rPr lang="en-GB" sz="1400" b="0" i="0" u="none" strike="noStrike" cap="none">
                <a:solidFill>
                  <a:srgbClr val="444444"/>
                </a:solidFill>
                <a:highlight>
                  <a:srgbClr val="FFFFFF"/>
                </a:highlight>
                <a:latin typeface="Avenir"/>
                <a:ea typeface="Avenir"/>
                <a:cs typeface="Avenir"/>
                <a:sym typeface="Avenir"/>
              </a:rPr>
              <a:t> </a:t>
            </a:r>
            <a:endParaRPr sz="1400" b="0" i="0" u="none" strike="noStrike" cap="none">
              <a:solidFill>
                <a:srgbClr val="000000"/>
              </a:solidFill>
              <a:latin typeface="Avenir"/>
              <a:ea typeface="Avenir"/>
              <a:cs typeface="Avenir"/>
              <a:sym typeface="Avenir"/>
            </a:endParaRPr>
          </a:p>
        </p:txBody>
      </p:sp>
      <p:pic>
        <p:nvPicPr>
          <p:cNvPr id="358" name="Google Shape;358;p53"/>
          <p:cNvPicPr preferRelativeResize="0"/>
          <p:nvPr/>
        </p:nvPicPr>
        <p:blipFill rotWithShape="1">
          <a:blip r:embed="rId3">
            <a:alphaModFix/>
          </a:blip>
          <a:srcRect r="26155"/>
          <a:stretch/>
        </p:blipFill>
        <p:spPr>
          <a:xfrm>
            <a:off x="835613" y="1981488"/>
            <a:ext cx="3222700" cy="898950"/>
          </a:xfrm>
          <a:prstGeom prst="rect">
            <a:avLst/>
          </a:prstGeom>
          <a:noFill/>
          <a:ln w="9525" cap="flat" cmpd="sng">
            <a:solidFill>
              <a:srgbClr val="14B2D6"/>
            </a:solidFill>
            <a:prstDash val="solid"/>
            <a:round/>
            <a:headEnd type="none" w="sm" len="sm"/>
            <a:tailEnd type="none" w="sm" len="sm"/>
          </a:ln>
        </p:spPr>
      </p:pic>
      <p:pic>
        <p:nvPicPr>
          <p:cNvPr id="359" name="Google Shape;359;p53"/>
          <p:cNvPicPr preferRelativeResize="0"/>
          <p:nvPr/>
        </p:nvPicPr>
        <p:blipFill rotWithShape="1">
          <a:blip r:embed="rId4">
            <a:alphaModFix/>
          </a:blip>
          <a:srcRect r="22285"/>
          <a:stretch/>
        </p:blipFill>
        <p:spPr>
          <a:xfrm>
            <a:off x="5013513" y="2009012"/>
            <a:ext cx="3408974" cy="843900"/>
          </a:xfrm>
          <a:prstGeom prst="rect">
            <a:avLst/>
          </a:prstGeom>
          <a:noFill/>
          <a:ln w="9525" cap="flat" cmpd="sng">
            <a:solidFill>
              <a:srgbClr val="14B2D6"/>
            </a:solidFill>
            <a:prstDash val="solid"/>
            <a:round/>
            <a:headEnd type="none" w="sm" len="sm"/>
            <a:tailEnd type="none" w="sm" len="sm"/>
          </a:ln>
        </p:spPr>
      </p:pic>
      <p:sp>
        <p:nvSpPr>
          <p:cNvPr id="360" name="Google Shape;360;p53"/>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Bitwise operators</a:t>
            </a:r>
            <a:endParaRPr sz="2600" b="0" i="0" u="none" strike="noStrike" cap="none">
              <a:solidFill>
                <a:srgbClr val="434343"/>
              </a:solidFill>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A9503EC6-10F9-283E-151E-608418BBAD86}"/>
              </a:ext>
            </a:extLst>
          </p:cNvPr>
          <p:cNvSpPr>
            <a:spLocks noGrp="1"/>
          </p:cNvSpPr>
          <p:nvPr>
            <p:ph type="sldNum" sz="quarter" idx="4"/>
          </p:nvPr>
        </p:nvSpPr>
        <p:spPr/>
        <p:txBody>
          <a:bodyPr/>
          <a:lstStyle/>
          <a:p>
            <a:fld id="{C4627FDD-D8F4-48FC-9A76-0AB68AD867E0}" type="slidenum">
              <a:rPr lang="en-IN" smtClean="0"/>
              <a:t>35</a:t>
            </a:fld>
            <a:endParaRPr lang="en-I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4"/>
          <p:cNvSpPr txBox="1"/>
          <p:nvPr/>
        </p:nvSpPr>
        <p:spPr>
          <a:xfrm>
            <a:off x="360000" y="1170000"/>
            <a:ext cx="7312500" cy="461400"/>
          </a:xfrm>
          <a:prstGeom prst="rect">
            <a:avLst/>
          </a:prstGeom>
          <a:noFill/>
          <a:ln>
            <a:noFill/>
          </a:ln>
        </p:spPr>
        <p:txBody>
          <a:bodyPr spcFirstLastPara="1" wrap="square" lIns="91425" tIns="91425" rIns="91425" bIns="91425" anchor="ctr" anchorCtr="0">
            <a:noAutofit/>
          </a:bodyPr>
          <a:lstStyle/>
          <a:p>
            <a:pPr marL="457200" marR="0" lvl="0" indent="-342900" algn="l" rtl="0">
              <a:lnSpc>
                <a:spcPct val="100000"/>
              </a:lnSpc>
              <a:spcBef>
                <a:spcPts val="0"/>
              </a:spcBef>
              <a:spcAft>
                <a:spcPts val="0"/>
              </a:spcAft>
              <a:buClr>
                <a:srgbClr val="000000"/>
              </a:buClr>
              <a:buSzPts val="1800"/>
              <a:buFont typeface="Calibri"/>
              <a:buChar char="●"/>
            </a:pPr>
            <a:r>
              <a:rPr lang="en-GB" sz="1800" b="0" i="0" u="none" strike="noStrike" cap="none">
                <a:solidFill>
                  <a:srgbClr val="000000"/>
                </a:solidFill>
                <a:latin typeface="Calibri"/>
                <a:ea typeface="Calibri"/>
                <a:cs typeface="Calibri"/>
                <a:sym typeface="Calibri"/>
              </a:rPr>
              <a:t>The assignment operators are used to store data into a variable</a:t>
            </a:r>
            <a:endParaRPr sz="1800" b="0" i="0" u="none" strike="noStrike" cap="none">
              <a:solidFill>
                <a:srgbClr val="000000"/>
              </a:solidFill>
              <a:latin typeface="Calibri"/>
              <a:ea typeface="Calibri"/>
              <a:cs typeface="Calibri"/>
              <a:sym typeface="Calibri"/>
            </a:endParaRPr>
          </a:p>
        </p:txBody>
      </p:sp>
      <p:sp>
        <p:nvSpPr>
          <p:cNvPr id="366" name="Google Shape;366;p54"/>
          <p:cNvSpPr txBox="1"/>
          <p:nvPr/>
        </p:nvSpPr>
        <p:spPr>
          <a:xfrm>
            <a:off x="360000" y="360000"/>
            <a:ext cx="6305700" cy="36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400"/>
              <a:buFont typeface="Arial"/>
              <a:buNone/>
            </a:pPr>
            <a:r>
              <a:rPr lang="en-GB" sz="2600" b="0" i="0" u="none" strike="noStrike" cap="none">
                <a:solidFill>
                  <a:srgbClr val="434343"/>
                </a:solidFill>
                <a:latin typeface="Calibri"/>
                <a:ea typeface="Calibri"/>
                <a:cs typeface="Calibri"/>
                <a:sym typeface="Calibri"/>
              </a:rPr>
              <a:t>More assignment operators</a:t>
            </a:r>
            <a:endParaRPr sz="2600" b="0" i="0" u="none" strike="noStrike" cap="none">
              <a:solidFill>
                <a:srgbClr val="434343"/>
              </a:solidFill>
              <a:latin typeface="Calibri"/>
              <a:ea typeface="Calibri"/>
              <a:cs typeface="Calibri"/>
              <a:sym typeface="Calibri"/>
            </a:endParaRPr>
          </a:p>
        </p:txBody>
      </p:sp>
      <p:pic>
        <p:nvPicPr>
          <p:cNvPr id="367" name="Google Shape;367;p54"/>
          <p:cNvPicPr preferRelativeResize="0"/>
          <p:nvPr/>
        </p:nvPicPr>
        <p:blipFill rotWithShape="1">
          <a:blip r:embed="rId3">
            <a:alphaModFix/>
          </a:blip>
          <a:srcRect/>
          <a:stretch/>
        </p:blipFill>
        <p:spPr>
          <a:xfrm>
            <a:off x="2814600" y="1800000"/>
            <a:ext cx="3514799" cy="2850750"/>
          </a:xfrm>
          <a:prstGeom prst="rect">
            <a:avLst/>
          </a:prstGeom>
          <a:noFill/>
          <a:ln w="9525" cap="flat" cmpd="sng">
            <a:solidFill>
              <a:srgbClr val="14B2D6"/>
            </a:solidFill>
            <a:prstDash val="solid"/>
            <a:round/>
            <a:headEnd type="none" w="sm" len="sm"/>
            <a:tailEnd type="none" w="sm" len="sm"/>
          </a:ln>
        </p:spPr>
      </p:pic>
      <p:sp>
        <p:nvSpPr>
          <p:cNvPr id="2" name="Slide Number Placeholder 1">
            <a:extLst>
              <a:ext uri="{FF2B5EF4-FFF2-40B4-BE49-F238E27FC236}">
                <a16:creationId xmlns:a16="http://schemas.microsoft.com/office/drawing/2014/main" id="{3CB9BE09-C694-A4B1-06F3-2AE754AC064B}"/>
              </a:ext>
            </a:extLst>
          </p:cNvPr>
          <p:cNvSpPr>
            <a:spLocks noGrp="1"/>
          </p:cNvSpPr>
          <p:nvPr>
            <p:ph type="sldNum" sz="quarter" idx="4"/>
          </p:nvPr>
        </p:nvSpPr>
        <p:spPr/>
        <p:txBody>
          <a:bodyPr/>
          <a:lstStyle/>
          <a:p>
            <a:fld id="{C4627FDD-D8F4-48FC-9A76-0AB68AD867E0}" type="slidenum">
              <a:rPr lang="en-IN" smtClean="0"/>
              <a:t>36</a:t>
            </a:fld>
            <a:endParaRPr lang="en-IN"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5"/>
          <p:cNvSpPr txBox="1"/>
          <p:nvPr/>
        </p:nvSpPr>
        <p:spPr>
          <a:xfrm>
            <a:off x="360375" y="1709575"/>
            <a:ext cx="8270700" cy="21588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1000"/>
              </a:spcBef>
              <a:spcAft>
                <a:spcPts val="0"/>
              </a:spcAft>
              <a:buClr>
                <a:srgbClr val="000000"/>
              </a:buClr>
              <a:buSzPts val="1800"/>
              <a:buFont typeface="Arial"/>
              <a:buNone/>
            </a:pPr>
            <a:r>
              <a:rPr lang="en-GB" sz="1800" b="0" i="0" u="none" strike="noStrike" cap="none">
                <a:solidFill>
                  <a:srgbClr val="000000"/>
                </a:solidFill>
                <a:latin typeface="Calibri"/>
                <a:ea typeface="Calibri"/>
                <a:cs typeface="Calibri"/>
                <a:sym typeface="Calibri"/>
              </a:rPr>
              <a:t>You have a string variable as follows:</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1000"/>
              </a:spcBef>
              <a:spcAft>
                <a:spcPts val="0"/>
              </a:spcAft>
              <a:buClr>
                <a:srgbClr val="000000"/>
              </a:buClr>
              <a:buSzPts val="1800"/>
              <a:buFont typeface="Arial"/>
              <a:buNone/>
            </a:pPr>
            <a:r>
              <a:rPr lang="en-GB" sz="1800" b="0" i="0" u="none" strike="noStrike" cap="none">
                <a:solidFill>
                  <a:srgbClr val="000000"/>
                </a:solidFill>
                <a:latin typeface="Calibri"/>
                <a:ea typeface="Calibri"/>
                <a:cs typeface="Calibri"/>
                <a:sym typeface="Calibri"/>
              </a:rPr>
              <a:t>quote = “In this World nothing Can be said to be Certain, Except Death and Taxes.”</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100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1000"/>
              </a:spcBef>
              <a:spcAft>
                <a:spcPts val="0"/>
              </a:spcAft>
              <a:buClr>
                <a:srgbClr val="000000"/>
              </a:buClr>
              <a:buSzPts val="1800"/>
              <a:buFont typeface="Arial"/>
              <a:buNone/>
            </a:pPr>
            <a:r>
              <a:rPr lang="en-GB" sz="1800" b="0" i="0" u="none" strike="noStrike" cap="none">
                <a:solidFill>
                  <a:schemeClr val="dk1"/>
                </a:solidFill>
                <a:latin typeface="Calibri"/>
                <a:ea typeface="Calibri"/>
                <a:cs typeface="Calibri"/>
                <a:sym typeface="Calibri"/>
              </a:rPr>
              <a:t>Check if the words “world” and “World” exist in the variable, quote.</a:t>
            </a:r>
            <a:endParaRPr sz="1800" b="0" i="0" u="none" strike="noStrike" cap="none">
              <a:solidFill>
                <a:srgbClr val="000000"/>
              </a:solidFill>
              <a:latin typeface="Calibri"/>
              <a:ea typeface="Calibri"/>
              <a:cs typeface="Calibri"/>
              <a:sym typeface="Calibri"/>
            </a:endParaRPr>
          </a:p>
        </p:txBody>
      </p:sp>
      <p:sp>
        <p:nvSpPr>
          <p:cNvPr id="373" name="Google Shape;373;p55"/>
          <p:cNvSpPr/>
          <p:nvPr/>
        </p:nvSpPr>
        <p:spPr>
          <a:xfrm>
            <a:off x="360375" y="360375"/>
            <a:ext cx="1329300" cy="431700"/>
          </a:xfrm>
          <a:prstGeom prst="wedgeRectCallout">
            <a:avLst>
              <a:gd name="adj1" fmla="val 46243"/>
              <a:gd name="adj2" fmla="val 113059"/>
            </a:avLst>
          </a:prstGeom>
          <a:solidFill>
            <a:srgbClr val="14B2D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GB" sz="2000" b="1" i="0" u="none" strike="noStrike" cap="none">
                <a:solidFill>
                  <a:srgbClr val="FFFFFF"/>
                </a:solidFill>
                <a:latin typeface="Helvetica Neue"/>
                <a:ea typeface="Helvetica Neue"/>
                <a:cs typeface="Helvetica Neue"/>
                <a:sym typeface="Helvetica Neue"/>
              </a:rPr>
              <a:t>TRY IT</a:t>
            </a:r>
            <a:endParaRPr sz="2000" b="1" i="0" u="none" strike="noStrike" cap="none">
              <a:solidFill>
                <a:srgbClr val="FFFFFF"/>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56"/>
          <p:cNvSpPr txBox="1">
            <a:spLocks noGrp="1"/>
          </p:cNvSpPr>
          <p:nvPr>
            <p:ph type="title" idx="4294967295"/>
          </p:nvPr>
        </p:nvSpPr>
        <p:spPr>
          <a:xfrm>
            <a:off x="0" y="1937300"/>
            <a:ext cx="9144000" cy="994200"/>
          </a:xfrm>
          <a:prstGeom prst="rect">
            <a:avLst/>
          </a:prstGeom>
          <a:noFill/>
          <a:ln>
            <a:noFill/>
          </a:ln>
        </p:spPr>
        <p:txBody>
          <a:bodyPr spcFirstLastPara="1" wrap="square" lIns="34300" tIns="17150" rIns="34300" bIns="17150" anchor="ctr" anchorCtr="0">
            <a:noAutofit/>
          </a:bodyPr>
          <a:lstStyle/>
          <a:p>
            <a:pPr marL="0" lvl="0" indent="0" algn="ctr" rtl="0">
              <a:lnSpc>
                <a:spcPct val="90000"/>
              </a:lnSpc>
              <a:spcBef>
                <a:spcPts val="0"/>
              </a:spcBef>
              <a:spcAft>
                <a:spcPts val="0"/>
              </a:spcAft>
              <a:buSzPts val="4800"/>
              <a:buNone/>
            </a:pPr>
            <a:r>
              <a:rPr lang="en-GB" sz="4000">
                <a:latin typeface="Calibri"/>
                <a:ea typeface="Calibri"/>
                <a:cs typeface="Calibri"/>
                <a:sym typeface="Calibri"/>
              </a:rPr>
              <a:t>Thank You</a:t>
            </a:r>
            <a:endParaRPr sz="4000">
              <a:latin typeface="Calibri"/>
              <a:ea typeface="Calibri"/>
              <a:cs typeface="Calibri"/>
              <a:sym typeface="Calibri"/>
            </a:endParaRPr>
          </a:p>
        </p:txBody>
      </p:sp>
      <p:sp>
        <p:nvSpPr>
          <p:cNvPr id="2" name="Slide Number Placeholder 1">
            <a:extLst>
              <a:ext uri="{FF2B5EF4-FFF2-40B4-BE49-F238E27FC236}">
                <a16:creationId xmlns:a16="http://schemas.microsoft.com/office/drawing/2014/main" id="{076133E9-49AE-C3DE-6DE6-B64AD5470A1E}"/>
              </a:ext>
            </a:extLst>
          </p:cNvPr>
          <p:cNvSpPr>
            <a:spLocks noGrp="1"/>
          </p:cNvSpPr>
          <p:nvPr>
            <p:ph type="sldNum" sz="quarter" idx="4"/>
          </p:nvPr>
        </p:nvSpPr>
        <p:spPr/>
        <p:txBody>
          <a:bodyPr/>
          <a:lstStyle/>
          <a:p>
            <a:fld id="{C4627FDD-D8F4-48FC-9A76-0AB68AD867E0}" type="slidenum">
              <a:rPr lang="en-IN" smtClean="0"/>
              <a:t>38</a:t>
            </a:fld>
            <a:endParaRPr lang="en-IN"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892</Words>
  <Application>Microsoft Office PowerPoint</Application>
  <PresentationFormat>On-screen Show (16:9)</PresentationFormat>
  <Paragraphs>161</Paragraphs>
  <Slides>38</Slides>
  <Notes>38</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38</vt:i4>
      </vt:variant>
    </vt:vector>
  </HeadingPairs>
  <TitlesOfParts>
    <vt:vector size="45" baseType="lpstr">
      <vt:lpstr>Avenir</vt:lpstr>
      <vt:lpstr>Arial</vt:lpstr>
      <vt:lpstr>Helvetica Neue</vt:lpstr>
      <vt:lpstr>Calibri</vt:lpstr>
      <vt:lpstr>Garamond</vt:lpstr>
      <vt:lpstr>Simple Light</vt:lpstr>
      <vt:lpstr>Simple Light</vt:lpstr>
      <vt:lpstr>PowerPoint Presentation</vt:lpstr>
      <vt:lpstr>PowerPoint Presentation</vt:lpstr>
      <vt:lpstr>Python Operators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Narendra Gopal</cp:lastModifiedBy>
  <cp:revision>4</cp:revision>
  <dcterms:modified xsi:type="dcterms:W3CDTF">2024-08-08T13:37:44Z</dcterms:modified>
</cp:coreProperties>
</file>